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slides/slide5.xml" ContentType="application/vnd.openxmlformats-officedocument.presentationml.sl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theme/theme1.xml" ContentType="application/vnd.openxmlformats-officedocument.theme+xml"/>
  <Override PartName="/ppt/slides/slide3.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theme/theme2.xml" ContentType="application/vnd.openxmlformats-officedocument.theme+xml"/>
  <Override PartName="/ppt/slides/slide13.xml" ContentType="application/vnd.openxmlformats-officedocument.presentationml.slid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1212901744" y="0"/>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notesMaster" Target="notesMasters/notesMaster1.xml"/><Relationship Id="rId25" Type="http://schemas.openxmlformats.org/officeDocument/2006/relationships/presProps" Target="presProps.xml" /><Relationship Id="rId26" Type="http://schemas.openxmlformats.org/officeDocument/2006/relationships/tableStyles" Target="tableStyles.xml" /><Relationship Id="rId2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69496695" name="Header Placeholder"/>
          <p:cNvSpPr/>
          <p:nvPr>
            <p:ph type="hdr" sz="quarter"/>
          </p:nvPr>
        </p:nvSpPr>
        <p:spPr bwMode="auto">
          <a:prstGeom prst="rect">
            <a:avLst/>
          </a:prstGeom>
        </p:spPr>
        <p:txBody>
          <a:bodyPr/>
          <a:lstStyle/>
          <a:p>
            <a:pPr>
              <a:defRPr/>
            </a:pPr>
            <a:endParaRPr/>
          </a:p>
        </p:txBody>
      </p:sp>
      <p:sp>
        <p:nvSpPr>
          <p:cNvPr id="1264825516" name="Date Placeholder"/>
          <p:cNvSpPr/>
          <p:nvPr>
            <p:ph type="dt" sz="quarter" idx="1"/>
          </p:nvPr>
        </p:nvSpPr>
        <p:spPr bwMode="auto">
          <a:prstGeom prst="rect">
            <a:avLst/>
          </a:prstGeom>
        </p:spPr>
        <p:txBody>
          <a:bodyPr/>
          <a:lstStyle/>
          <a:p>
            <a:pPr>
              <a:defRPr/>
            </a:pPr>
            <a:endParaRPr/>
          </a:p>
        </p:txBody>
      </p:sp>
      <p:sp>
        <p:nvSpPr>
          <p:cNvPr id="1041758599" name="Slide Image Placeholder"/>
          <p:cNvSpPr/>
          <p:nvPr>
            <p:ph type="sldImg" idx="2"/>
          </p:nvPr>
        </p:nvSpPr>
        <p:spPr bwMode="auto">
          <a:prstGeom prst="rect">
            <a:avLst/>
          </a:prstGeom>
        </p:spPr>
        <p:txBody>
          <a:bodyPr/>
          <a:lstStyle/>
          <a:p>
            <a:pPr>
              <a:defRPr/>
            </a:pPr>
            <a:endParaRPr/>
          </a:p>
        </p:txBody>
      </p:sp>
      <p:sp>
        <p:nvSpPr>
          <p:cNvPr id="1968695712" name="Notes Placeholder"/>
          <p:cNvSpPr/>
          <p:nvPr>
            <p:ph type="body" sz="quarter" idx="3"/>
          </p:nvPr>
        </p:nvSpPr>
        <p:spPr bwMode="auto">
          <a:prstGeom prst="rect">
            <a:avLst/>
          </a:prstGeom>
        </p:spPr>
        <p:txBody>
          <a:bodyPr/>
          <a:lstStyle/>
          <a:p>
            <a:pPr>
              <a:defRPr/>
            </a:pPr>
            <a:endParaRPr/>
          </a:p>
        </p:txBody>
      </p:sp>
      <p:sp>
        <p:nvSpPr>
          <p:cNvPr id="1247943755" name="Footer Placeholder"/>
          <p:cNvSpPr/>
          <p:nvPr>
            <p:ph type="ftr" sz="quarter" idx="4"/>
          </p:nvPr>
        </p:nvSpPr>
        <p:spPr bwMode="auto">
          <a:prstGeom prst="rect">
            <a:avLst/>
          </a:prstGeom>
        </p:spPr>
        <p:txBody>
          <a:bodyPr/>
          <a:lstStyle/>
          <a:p>
            <a:pPr>
              <a:defRPr/>
            </a:pPr>
            <a:endParaRPr/>
          </a:p>
        </p:txBody>
      </p:sp>
      <p:sp>
        <p:nvSpPr>
          <p:cNvPr id="796551482"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1419000" name="Slide Image Placeholder 1"/>
          <p:cNvSpPr>
            <a:spLocks noGrp="1"/>
          </p:cNvSpPr>
          <p:nvPr>
            <p:ph type="sldImg" idx="0"/>
          </p:nvPr>
        </p:nvSpPr>
        <p:spPr bwMode="auto"/>
      </p:sp>
      <p:sp>
        <p:nvSpPr>
          <p:cNvPr id="1850335503" name="Notes Placeholder 2"/>
          <p:cNvSpPr>
            <a:spLocks noGrp="1"/>
          </p:cNvSpPr>
          <p:nvPr>
            <p:ph type="body" idx="1"/>
          </p:nvPr>
        </p:nvSpPr>
        <p:spPr bwMode="auto"/>
        <p:txBody>
          <a:bodyPr/>
          <a:lstStyle/>
          <a:p>
            <a:pPr>
              <a:defRPr/>
            </a:pPr>
            <a:r>
              <a:rPr/>
              <a:t>0–2 phút. Chào lớp và giới thiệu ngắn vai trò leader. Mục tiêu thực tế: cuối buổi mỗi bạn có một chương trình tự viết trên GitHub.</a:t>
            </a:r>
            <a:endParaRPr/>
          </a:p>
          <a:p>
            <a:pPr>
              <a:defRPr/>
            </a:pPr>
            <a:r>
              <a:rPr/>
              <a:t>Không dành nhiều thời gian giới thiệu lịch sử Python.</a:t>
            </a:r>
            <a:endParaRPr/>
          </a:p>
          <a:p>
            <a:pPr>
              <a:defRPr/>
            </a:pPr>
            <a:r>
              <a:rPr/>
              <a:t>Giáo án: https://app.notion.com/p/3f5df747e0f5815ba588e86bbefa0803</a:t>
            </a:r>
            <a:endParaRPr/>
          </a:p>
          <a:p>
            <a:pPr>
              <a:defRPr/>
            </a:pPr>
            <a:r>
              <a:rPr/>
              <a:t>Logo Python chính thức: https://www.python.org/static/community_logos/python-logo.png</a:t>
            </a:r>
            <a:endParaRPr/>
          </a:p>
        </p:txBody>
      </p:sp>
      <p:sp>
        <p:nvSpPr>
          <p:cNvPr id="93731868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6852504" name="Slide Image Placeholder 1"/>
          <p:cNvSpPr>
            <a:spLocks noGrp="1"/>
          </p:cNvSpPr>
          <p:nvPr>
            <p:ph type="sldImg" idx="0"/>
          </p:nvPr>
        </p:nvSpPr>
        <p:spPr bwMode="auto"/>
      </p:sp>
      <p:sp>
        <p:nvSpPr>
          <p:cNvPr id="378105513" name="Notes Placeholder 2"/>
          <p:cNvSpPr>
            <a:spLocks noGrp="1"/>
          </p:cNvSpPr>
          <p:nvPr>
            <p:ph type="body" idx="1"/>
          </p:nvPr>
        </p:nvSpPr>
        <p:spPr bwMode="auto"/>
        <p:txBody>
          <a:bodyPr/>
          <a:lstStyle/>
          <a:p>
            <a:pPr>
              <a:defRPr/>
            </a:pPr>
            <a:r>
              <a:rPr/>
              <a:t>2–5 phút. Hỏi lớp đã từng viết code hoặc dùng Git chưa. Đọc mục tiêu bằng việc làm cụ thể. Cuối buổi quay lại kiểm tra từng mục.</a:t>
            </a:r>
            <a:endParaRPr/>
          </a:p>
          <a:p>
            <a:pPr>
              <a:defRPr/>
            </a:pPr>
            <a:endParaRPr/>
          </a:p>
          <a:p>
            <a:pPr>
              <a:defRPr/>
            </a:pPr>
            <a:r>
              <a:rPr/>
              <a:t>Giáo án gốc: https://app.notion.com/p/3f5df747e0f5815ba588e86bbefa0803</a:t>
            </a:r>
            <a:endParaRPr/>
          </a:p>
          <a:p>
            <a:pPr>
              <a:defRPr/>
            </a:pPr>
            <a:endParaRPr/>
          </a:p>
        </p:txBody>
      </p:sp>
      <p:sp>
        <p:nvSpPr>
          <p:cNvPr id="1919374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3425967" name="Slide Image Placeholder 1"/>
          <p:cNvSpPr>
            <a:spLocks noGrp="1"/>
          </p:cNvSpPr>
          <p:nvPr>
            <p:ph type="sldImg" idx="0"/>
          </p:nvPr>
        </p:nvSpPr>
        <p:spPr bwMode="auto"/>
      </p:sp>
      <p:sp>
        <p:nvSpPr>
          <p:cNvPr id="728784557" name="Notes Placeholder 2"/>
          <p:cNvSpPr>
            <a:spLocks noGrp="1"/>
          </p:cNvSpPr>
          <p:nvPr>
            <p:ph type="body" idx="1"/>
          </p:nvPr>
        </p:nvSpPr>
        <p:spPr bwMode="auto"/>
        <p:txBody>
          <a:bodyPr/>
          <a:lstStyle/>
          <a:p>
            <a:pPr>
              <a:defRPr/>
            </a:pPr>
            <a:r>
              <a:rPr/>
              <a:t>5–10 phút. Công cụ cần cài trước buổi học. Chỉ hỗ trợ lỗi thiết lập nhanh, nhờ trợ giảng xử lý riêng trường hợp mất thời gian. Python trên một số máy là python3 hoặc py. Học viên cần tài khoản GitHub và trình quản lý thông tin xác thực hoạt động.</a:t>
            </a:r>
            <a:endParaRPr/>
          </a:p>
          <a:p>
            <a:pPr>
              <a:defRPr/>
            </a:pPr>
            <a:endParaRPr/>
          </a:p>
          <a:p>
            <a:pPr>
              <a:defRPr/>
            </a:pPr>
            <a:r>
              <a:rPr/>
              <a:t>Giáo án gốc: https://app.notion.com/p/3f5df747e0f5815ba588e86bbefa0803</a:t>
            </a:r>
            <a:endParaRPr/>
          </a:p>
          <a:p>
            <a:pPr>
              <a:defRPr/>
            </a:pPr>
            <a:endParaRPr/>
          </a:p>
        </p:txBody>
      </p:sp>
      <p:sp>
        <p:nvSpPr>
          <p:cNvPr id="167327829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2444595" name="Slide Image Placeholder 1"/>
          <p:cNvSpPr>
            <a:spLocks noGrp="1"/>
          </p:cNvSpPr>
          <p:nvPr>
            <p:ph type="sldImg" idx="0"/>
          </p:nvPr>
        </p:nvSpPr>
        <p:spPr bwMode="auto"/>
      </p:sp>
      <p:sp>
        <p:nvSpPr>
          <p:cNvPr id="306195349" name="Notes Placeholder 2"/>
          <p:cNvSpPr>
            <a:spLocks noGrp="1"/>
          </p:cNvSpPr>
          <p:nvPr>
            <p:ph type="body" idx="1"/>
          </p:nvPr>
        </p:nvSpPr>
        <p:spPr bwMode="auto"/>
        <p:txBody>
          <a:bodyPr/>
          <a:lstStyle/>
          <a:p>
            <a:pPr>
              <a:defRPr/>
            </a:pPr>
            <a:r>
              <a:rPr/>
              <a:t>10–13 phút. Kể tình huống hôm qua chương trình chạy tốt, hôm nay sửa hỏng. Hỏi cần quay lại file nào. Git lưu commit để xem lịch sử, so sánh và quay lại phiên bản có chủ đích. Các tên file trên slide chỉ là ví dụ vui, không phải thao tác cần làm.</a:t>
            </a:r>
            <a:endParaRPr/>
          </a:p>
          <a:p>
            <a:pPr>
              <a:defRPr/>
            </a:pPr>
            <a:endParaRPr/>
          </a:p>
          <a:p>
            <a:pPr>
              <a:defRPr/>
            </a:pPr>
            <a:r>
              <a:rPr/>
              <a:t>Giáo án gốc: https://app.notion.com/p/3f5df747e0f5815ba588e86bbefa0803</a:t>
            </a:r>
            <a:endParaRPr/>
          </a:p>
          <a:p>
            <a:pPr>
              <a:defRPr/>
            </a:pPr>
            <a:r>
              <a:rPr/>
              <a:t>Nguồn: https://git-scm.com/book/en/v2/Git-Basics-Recording-Changes-to-the-Repository</a:t>
            </a:r>
            <a:endParaRPr/>
          </a:p>
        </p:txBody>
      </p:sp>
      <p:sp>
        <p:nvSpPr>
          <p:cNvPr id="48740965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3063932" name="Slide Image Placeholder 1"/>
          <p:cNvSpPr>
            <a:spLocks noGrp="1"/>
          </p:cNvSpPr>
          <p:nvPr>
            <p:ph type="sldImg" idx="0"/>
          </p:nvPr>
        </p:nvSpPr>
        <p:spPr bwMode="auto"/>
      </p:sp>
      <p:sp>
        <p:nvSpPr>
          <p:cNvPr id="1482835406" name="Notes Placeholder 2"/>
          <p:cNvSpPr>
            <a:spLocks noGrp="1"/>
          </p:cNvSpPr>
          <p:nvPr>
            <p:ph type="body" idx="1"/>
          </p:nvPr>
        </p:nvSpPr>
        <p:spPr bwMode="auto"/>
        <p:txBody>
          <a:bodyPr/>
          <a:lstStyle/>
          <a:p>
            <a:pPr>
              <a:defRPr/>
            </a:pPr>
            <a:r>
              <a:rPr/>
              <a:t>13–17 phút. Git là hệ thống quản lý phiên bản trên máy. GitHub là dịch vụ lưu repository từ xa và cộng tác. Repository có file và lịch sử phiên bản. Commit có thể thực hiện khi không có Internet, push lên GitHub cần kết nối và xác thực. Một repository có thể private hoặc public.</a:t>
            </a:r>
            <a:endParaRPr/>
          </a:p>
          <a:p>
            <a:pPr>
              <a:defRPr/>
            </a:pPr>
            <a:endParaRPr/>
          </a:p>
          <a:p>
            <a:pPr>
              <a:defRPr/>
            </a:pPr>
            <a:r>
              <a:rPr/>
              <a:t>Giáo án gốc: https://app.notion.com/p/3f5df747e0f5815ba588e86bbefa0803</a:t>
            </a:r>
            <a:endParaRPr/>
          </a:p>
          <a:p>
            <a:pPr>
              <a:defRPr/>
            </a:pPr>
            <a:r>
              <a:rPr/>
              <a:t>Nguồn: https://git-scm.com/book/en/v2/Getting-Started-About-Version-Control</a:t>
            </a:r>
            <a:endParaRPr/>
          </a:p>
          <a:p>
            <a:pPr>
              <a:defRPr/>
            </a:pPr>
            <a:r>
              <a:rPr/>
              <a:t>Nguồn: https://docs.github.com/en/get-started/start-your-journey/about-github-and-git</a:t>
            </a:r>
            <a:endParaRPr/>
          </a:p>
          <a:p>
            <a:pPr>
              <a:defRPr/>
            </a:pPr>
            <a:r>
              <a:rPr/>
              <a:t>Nguồn: https://git-scm.com/images/logos/downloads/Git-Icon-1788C.png</a:t>
            </a:r>
            <a:endParaRPr/>
          </a:p>
        </p:txBody>
      </p:sp>
      <p:sp>
        <p:nvSpPr>
          <p:cNvPr id="94156284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1374616" name="Slide Image Placeholder 1"/>
          <p:cNvSpPr>
            <a:spLocks noGrp="1"/>
          </p:cNvSpPr>
          <p:nvPr>
            <p:ph type="sldImg" idx="0"/>
          </p:nvPr>
        </p:nvSpPr>
        <p:spPr bwMode="auto"/>
      </p:sp>
      <p:sp>
        <p:nvSpPr>
          <p:cNvPr id="709078193" name="Notes Placeholder 2"/>
          <p:cNvSpPr>
            <a:spLocks noGrp="1"/>
          </p:cNvSpPr>
          <p:nvPr>
            <p:ph type="body" idx="1"/>
          </p:nvPr>
        </p:nvSpPr>
        <p:spPr bwMode="auto"/>
        <p:txBody>
          <a:bodyPr/>
          <a:lstStyle/>
          <a:p>
            <a:pPr>
              <a:defRPr/>
            </a:pPr>
            <a:r>
              <a:rPr/>
              <a:t>17–22 phút. Đi lần lượt từ file đang sửa, thay đổi được chọn, commit trên máy tới remote. Save chỉ lưu nội dung file. git add chọn phiên bản nội dung hiện tại cho commit. Nếu sửa thêm sau add thì cần add lại phần mới muốn commit. Commit lưu trên máy, push gửi commit lên GitHub. Hỏi: chỉ commit thì leader thấy bản mới trên GitHub chưa? Đáp án: chưa.</a:t>
            </a:r>
            <a:endParaRPr/>
          </a:p>
          <a:p>
            <a:pPr>
              <a:defRPr/>
            </a:pPr>
            <a:endParaRPr/>
          </a:p>
          <a:p>
            <a:pPr>
              <a:defRPr/>
            </a:pPr>
            <a:r>
              <a:rPr/>
              <a:t>Giáo án gốc: https://app.notion.com/p/3f5df747e0f5815ba588e86bbefa0803</a:t>
            </a:r>
            <a:endParaRPr/>
          </a:p>
          <a:p>
            <a:pPr>
              <a:defRPr/>
            </a:pPr>
            <a:r>
              <a:rPr/>
              <a:t>Nguồn: https://git-scm.com/book/en/v2/Git-Basics-Recording-Changes-to-the-Repository</a:t>
            </a:r>
            <a:endParaRPr/>
          </a:p>
        </p:txBody>
      </p:sp>
      <p:sp>
        <p:nvSpPr>
          <p:cNvPr id="134273648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6036465" name="Slide Image Placeholder 1"/>
          <p:cNvSpPr>
            <a:spLocks noGrp="1"/>
          </p:cNvSpPr>
          <p:nvPr>
            <p:ph type="sldImg" idx="0"/>
          </p:nvPr>
        </p:nvSpPr>
        <p:spPr bwMode="auto"/>
      </p:sp>
      <p:sp>
        <p:nvSpPr>
          <p:cNvPr id="119550210" name="Notes Placeholder 2"/>
          <p:cNvSpPr>
            <a:spLocks noGrp="1"/>
          </p:cNvSpPr>
          <p:nvPr>
            <p:ph type="body" idx="1"/>
          </p:nvPr>
        </p:nvSpPr>
        <p:spPr bwMode="auto"/>
        <p:txBody>
          <a:bodyPr/>
          <a:lstStyle/>
          <a:p>
            <a:pPr>
              <a:defRPr/>
            </a:pPr>
            <a:r>
              <a:rPr/>
              <a:t>22–26 phút. Cách chính của lớp: tạo repo có README trên GitHub rồi clone. Init giới thiệu ngắn hoặc demo trong thư mục riêng. Không init lại repo đã clone. Nếu dùng init với remote: tạo README, init -b main, add/commit, remote add origin URL repo trống rồi push -u origin main. Repo remote cần trống để tránh lịch sử độc lập. Không yêu cầu lớp nhớ remote add trong phần cơ bản.</a:t>
            </a:r>
            <a:endParaRPr/>
          </a:p>
          <a:p>
            <a:pPr>
              <a:defRPr/>
            </a:pPr>
            <a:endParaRPr/>
          </a:p>
          <a:p>
            <a:pPr>
              <a:defRPr/>
            </a:pPr>
            <a:r>
              <a:rPr/>
              <a:t>Giáo án gốc: https://app.notion.com/p/3f5df747e0f5815ba588e86bbefa0803</a:t>
            </a:r>
            <a:endParaRPr/>
          </a:p>
          <a:p>
            <a:pPr>
              <a:defRPr/>
            </a:pPr>
            <a:r>
              <a:rPr/>
              <a:t>Nguồn: https://git-scm.com/book/en/v2/Git-Basics-Getting-a-Git-Repository</a:t>
            </a:r>
            <a:endParaRPr/>
          </a:p>
        </p:txBody>
      </p:sp>
      <p:sp>
        <p:nvSpPr>
          <p:cNvPr id="170092404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0746757" name="Slide Image Placeholder 1"/>
          <p:cNvSpPr>
            <a:spLocks noGrp="1"/>
          </p:cNvSpPr>
          <p:nvPr>
            <p:ph type="sldImg" idx="0"/>
          </p:nvPr>
        </p:nvSpPr>
        <p:spPr bwMode="auto"/>
      </p:sp>
      <p:sp>
        <p:nvSpPr>
          <p:cNvPr id="961964374" name="Notes Placeholder 2"/>
          <p:cNvSpPr>
            <a:spLocks noGrp="1"/>
          </p:cNvSpPr>
          <p:nvPr>
            <p:ph type="body" idx="1"/>
          </p:nvPr>
        </p:nvSpPr>
        <p:spPr bwMode="auto"/>
        <p:txBody>
          <a:bodyPr/>
          <a:lstStyle/>
          <a:p>
            <a:pPr>
              <a:defRPr/>
            </a:pPr>
            <a:r>
              <a:rPr/>
              <a:t>26–35 phút. Tạo repository python-clb-homework trên GitHub, chọn Add README, sao chép HTTPS URL. Thay TEN_GITHUB bằng tên tài khoản thật trước khi chạy. Thiết lập git config --global user.name và user.email một lần nếu chưa có. Đây là danh tính tác giả commit, không phải lệnh đăng nhập. Clone, cd, status, mở VS Code. Git HTTPS dùng luồng xác thực của credential manager/token, không dùng mật khẩu tài khoản. Repo private phải cấp quyền leader.</a:t>
            </a:r>
            <a:endParaRPr/>
          </a:p>
          <a:p>
            <a:pPr>
              <a:defRPr/>
            </a:pPr>
            <a:endParaRPr/>
          </a:p>
          <a:p>
            <a:pPr>
              <a:defRPr/>
            </a:pPr>
            <a:r>
              <a:rPr/>
              <a:t>Giáo án gốc: https://app.notion.com/p/3f5df747e0f5815ba588e86bbefa0803</a:t>
            </a:r>
            <a:endParaRPr/>
          </a:p>
          <a:p>
            <a:pPr>
              <a:defRPr/>
            </a:pPr>
            <a:r>
              <a:rPr/>
              <a:t>Nguồn: https://git-scm.com/book/en/v2/Git-Basics-Getting-a-Git-Repository</a:t>
            </a:r>
            <a:endParaRPr/>
          </a:p>
        </p:txBody>
      </p:sp>
      <p:sp>
        <p:nvSpPr>
          <p:cNvPr id="157125259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7213304" name="Slide Image Placeholder 1"/>
          <p:cNvSpPr>
            <a:spLocks noGrp="1"/>
          </p:cNvSpPr>
          <p:nvPr>
            <p:ph type="sldImg" idx="0"/>
          </p:nvPr>
        </p:nvSpPr>
        <p:spPr bwMode="auto"/>
      </p:sp>
      <p:sp>
        <p:nvSpPr>
          <p:cNvPr id="759704533" name="Notes Placeholder 2"/>
          <p:cNvSpPr>
            <a:spLocks noGrp="1"/>
          </p:cNvSpPr>
          <p:nvPr>
            <p:ph type="body" idx="1"/>
          </p:nvPr>
        </p:nvSpPr>
        <p:spPr bwMode="auto"/>
        <p:txBody>
          <a:bodyPr/>
          <a:lstStyle/>
          <a:p>
            <a:pPr>
              <a:defRPr/>
            </a:pPr>
            <a:r>
              <a:rPr/>
              <a:t>35–39 phút. Trong repo tạo thư mục buoi_01 và file hello.py. Nhập print, lưu rồi chạy terminal. Chọn đúng Python interpreter. python có thể thay python3 hoặc py. Học viên tự đổi lời chào. print là hàm có sẵn để đưa dữ liệu ra màn hình, chưa dạy định nghĩa hàm.</a:t>
            </a:r>
            <a:endParaRPr/>
          </a:p>
          <a:p>
            <a:pPr>
              <a:defRPr/>
            </a:pPr>
            <a:endParaRPr/>
          </a:p>
          <a:p>
            <a:pPr>
              <a:defRPr/>
            </a:pPr>
            <a:r>
              <a:rPr/>
              <a:t>Giáo án gốc: https://app.notion.com/p/3f5df747e0f5815ba588e86bbefa0803</a:t>
            </a:r>
            <a:endParaRPr/>
          </a:p>
          <a:p>
            <a:pPr>
              <a:defRPr/>
            </a:pPr>
            <a:r>
              <a:rPr/>
              <a:t>Nguồn: https://docs.python.org/3/tutorial/introduction.html</a:t>
            </a:r>
            <a:endParaRPr/>
          </a:p>
        </p:txBody>
      </p:sp>
      <p:sp>
        <p:nvSpPr>
          <p:cNvPr id="41370578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2121556" name="Slide Image Placeholder 1"/>
          <p:cNvSpPr>
            <a:spLocks noGrp="1"/>
          </p:cNvSpPr>
          <p:nvPr>
            <p:ph type="sldImg" idx="0"/>
          </p:nvPr>
        </p:nvSpPr>
        <p:spPr bwMode="auto"/>
      </p:sp>
      <p:sp>
        <p:nvSpPr>
          <p:cNvPr id="366200837" name="Notes Placeholder 2"/>
          <p:cNvSpPr>
            <a:spLocks noGrp="1"/>
          </p:cNvSpPr>
          <p:nvPr>
            <p:ph type="body" idx="1"/>
          </p:nvPr>
        </p:nvSpPr>
        <p:spPr bwMode="auto"/>
        <p:txBody>
          <a:bodyPr/>
          <a:lstStyle/>
          <a:p>
            <a:pPr>
              <a:defRPr/>
            </a:pPr>
            <a:r>
              <a:rPr/>
              <a:t>39–44 phút. Dùng biến làm tên tham chiếu tới giá trị. Đọc từ phải sang trái khi giải thích phép gán, phân biệt với dấu bằng toán học. snake_case và tên rõ nghĩa. Tên không bắt đầu bằng số, không trùng từ khóa. Hỏi sau score=9 thì score giữ giá trị nào. Không dạy kiểu biến là hộp cố định.</a:t>
            </a:r>
            <a:endParaRPr/>
          </a:p>
          <a:p>
            <a:pPr>
              <a:defRPr/>
            </a:pPr>
            <a:endParaRPr/>
          </a:p>
          <a:p>
            <a:pPr>
              <a:defRPr/>
            </a:pPr>
            <a:r>
              <a:rPr/>
              <a:t>Giáo án gốc: https://app.notion.com/p/3f5df747e0f5815ba588e86bbefa0803</a:t>
            </a:r>
            <a:endParaRPr/>
          </a:p>
          <a:p>
            <a:pPr>
              <a:defRPr/>
            </a:pPr>
            <a:r>
              <a:rPr/>
              <a:t>Nguồn: https://docs.python.org/3/tutorial/introduction.html</a:t>
            </a:r>
            <a:endParaRPr/>
          </a:p>
        </p:txBody>
      </p:sp>
      <p:sp>
        <p:nvSpPr>
          <p:cNvPr id="34223201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790285" name="Slide Image Placeholder 1"/>
          <p:cNvSpPr>
            <a:spLocks noGrp="1"/>
          </p:cNvSpPr>
          <p:nvPr>
            <p:ph type="sldImg" idx="0"/>
          </p:nvPr>
        </p:nvSpPr>
        <p:spPr bwMode="auto"/>
      </p:sp>
      <p:sp>
        <p:nvSpPr>
          <p:cNvPr id="1510035263" name="Notes Placeholder 2"/>
          <p:cNvSpPr>
            <a:spLocks noGrp="1"/>
          </p:cNvSpPr>
          <p:nvPr>
            <p:ph type="body" idx="1"/>
          </p:nvPr>
        </p:nvSpPr>
        <p:spPr bwMode="auto"/>
        <p:txBody>
          <a:bodyPr/>
          <a:lstStyle/>
          <a:p>
            <a:pPr>
              <a:defRPr/>
            </a:pPr>
            <a:r>
              <a:rPr/>
              <a:t>44–49 phút. Đọc từng ví dụ và hỏi vì sao 18 khác "18". bool dùng True/False viết hoa chữ đầu. type(value) cho biết kiểu của đối tượng. Có thể demo type cho mỗi dòng. Chưa mở rộng None/list hoặc kiểu phức tạp.</a:t>
            </a:r>
            <a:endParaRPr/>
          </a:p>
          <a:p>
            <a:pPr>
              <a:defRPr/>
            </a:pPr>
            <a:endParaRPr/>
          </a:p>
          <a:p>
            <a:pPr>
              <a:defRPr/>
            </a:pPr>
            <a:r>
              <a:rPr/>
              <a:t>Giáo án gốc: https://app.notion.com/p/3f5df747e0f5815ba588e86bbefa0803</a:t>
            </a:r>
            <a:endParaRPr/>
          </a:p>
          <a:p>
            <a:pPr>
              <a:defRPr/>
            </a:pPr>
            <a:r>
              <a:rPr/>
              <a:t>Nguồn: https://docs.python.org/3/tutorial/introduction.html</a:t>
            </a:r>
            <a:endParaRPr/>
          </a:p>
        </p:txBody>
      </p:sp>
      <p:sp>
        <p:nvSpPr>
          <p:cNvPr id="6982947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4615611" name="Slide Image Placeholder 1"/>
          <p:cNvSpPr>
            <a:spLocks noGrp="1"/>
          </p:cNvSpPr>
          <p:nvPr>
            <p:ph type="sldImg" idx="0"/>
          </p:nvPr>
        </p:nvSpPr>
        <p:spPr bwMode="auto"/>
      </p:sp>
      <p:sp>
        <p:nvSpPr>
          <p:cNvPr id="492829131" name="Notes Placeholder 2"/>
          <p:cNvSpPr>
            <a:spLocks noGrp="1"/>
          </p:cNvSpPr>
          <p:nvPr>
            <p:ph type="body" idx="1"/>
          </p:nvPr>
        </p:nvSpPr>
        <p:spPr bwMode="auto"/>
        <p:txBody>
          <a:bodyPr/>
          <a:lstStyle/>
          <a:p>
            <a:pPr>
              <a:defRPr/>
            </a:pPr>
            <a:r>
              <a:rPr/>
              <a:t>49–55 phút. Các số ví dụ là số dương. / chia thường, // chia làm tròn xuống, % phần dư, ** lũy thừa. // với số âm làm tròn xuống nên không gọi chung là bỏ phần thập phân. Dùng dấu ngoặc trong trung bình. Cho lớp dự đoán ba phép 7/2,7//2,7%2 trước khi chạy. Có thể che cột kết quả khi hỏi.</a:t>
            </a:r>
            <a:endParaRPr/>
          </a:p>
          <a:p>
            <a:pPr>
              <a:defRPr/>
            </a:pPr>
            <a:endParaRPr/>
          </a:p>
          <a:p>
            <a:pPr>
              <a:defRPr/>
            </a:pPr>
            <a:r>
              <a:rPr/>
              <a:t>Giáo án gốc: https://app.notion.com/p/3f5df747e0f5815ba588e86bbefa0803</a:t>
            </a:r>
            <a:endParaRPr/>
          </a:p>
          <a:p>
            <a:pPr>
              <a:defRPr/>
            </a:pPr>
            <a:r>
              <a:rPr/>
              <a:t>Nguồn: https://docs.python.org/3/tutorial/introduction.html</a:t>
            </a:r>
            <a:endParaRPr/>
          </a:p>
        </p:txBody>
      </p:sp>
      <p:sp>
        <p:nvSpPr>
          <p:cNvPr id="18423547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5630391" name="Slide Image Placeholder 1"/>
          <p:cNvSpPr>
            <a:spLocks noGrp="1"/>
          </p:cNvSpPr>
          <p:nvPr>
            <p:ph type="sldImg" idx="0"/>
          </p:nvPr>
        </p:nvSpPr>
        <p:spPr bwMode="auto"/>
      </p:sp>
      <p:sp>
        <p:nvSpPr>
          <p:cNvPr id="1350582475" name="Notes Placeholder 2"/>
          <p:cNvSpPr>
            <a:spLocks noGrp="1"/>
          </p:cNvSpPr>
          <p:nvPr>
            <p:ph type="body" idx="1"/>
          </p:nvPr>
        </p:nvSpPr>
        <p:spPr bwMode="auto"/>
        <p:txBody>
          <a:bodyPr/>
          <a:lstStyle/>
          <a:p>
            <a:pPr>
              <a:defRPr/>
            </a:pPr>
            <a:r>
              <a:rPr/>
              <a:t>55–60 phút. Cho học viên 30–45 giây dự đoán và trao đổi theo cặp trước khi chạy. Đáp án: dòng đầu in 23 (chuỗi); dòng sau in 5 (int). Lý do + nối chuỗi khi cả hai toán hạng là str, cộng số khi là số. Hỏi thêm "2" + 3: TypeError. Không hiển thị đáp án ngay trên slide, chạy Python sau khi lớp trả lời.</a:t>
            </a:r>
            <a:endParaRPr/>
          </a:p>
          <a:p>
            <a:pPr>
              <a:defRPr/>
            </a:pPr>
            <a:endParaRPr/>
          </a:p>
          <a:p>
            <a:pPr>
              <a:defRPr/>
            </a:pPr>
            <a:r>
              <a:rPr/>
              <a:t>Giáo án gốc: https://app.notion.com/p/3f5df747e0f5815ba588e86bbefa0803</a:t>
            </a:r>
            <a:endParaRPr/>
          </a:p>
          <a:p>
            <a:pPr>
              <a:defRPr/>
            </a:pPr>
            <a:r>
              <a:rPr/>
              <a:t>Nguồn: https://docs.python.org/3/tutorial/introduction.html</a:t>
            </a:r>
            <a:endParaRPr/>
          </a:p>
        </p:txBody>
      </p:sp>
      <p:sp>
        <p:nvSpPr>
          <p:cNvPr id="164260223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2127824" name="Slide Image Placeholder 1"/>
          <p:cNvSpPr>
            <a:spLocks noGrp="1"/>
          </p:cNvSpPr>
          <p:nvPr>
            <p:ph type="sldImg" idx="0"/>
          </p:nvPr>
        </p:nvSpPr>
        <p:spPr bwMode="auto"/>
      </p:sp>
      <p:sp>
        <p:nvSpPr>
          <p:cNvPr id="1840622849" name="Notes Placeholder 2"/>
          <p:cNvSpPr>
            <a:spLocks noGrp="1"/>
          </p:cNvSpPr>
          <p:nvPr>
            <p:ph type="body" idx="1"/>
          </p:nvPr>
        </p:nvSpPr>
        <p:spPr bwMode="auto"/>
        <p:txBody>
          <a:bodyPr/>
          <a:lstStyle/>
          <a:p>
            <a:pPr>
              <a:defRPr/>
            </a:pPr>
            <a:r>
              <a:rPr/>
              <a:t>60–65 phút. Dùng input hỏi tên và in lại. Sau đó thử age=input với giá trị 18 và type(age). Đáp án str. Người dùng nhập ký tự trông giống số vẫn nhận chuỗi. Giải thích lời nhắc prompt không phải dữ liệu trả về.</a:t>
            </a:r>
            <a:endParaRPr/>
          </a:p>
          <a:p>
            <a:pPr>
              <a:defRPr/>
            </a:pPr>
            <a:endParaRPr/>
          </a:p>
          <a:p>
            <a:pPr>
              <a:defRPr/>
            </a:pPr>
            <a:r>
              <a:rPr/>
              <a:t>Giáo án gốc: https://app.notion.com/p/3f5df747e0f5815ba588e86bbefa0803</a:t>
            </a:r>
            <a:endParaRPr/>
          </a:p>
          <a:p>
            <a:pPr>
              <a:defRPr/>
            </a:pPr>
            <a:r>
              <a:rPr/>
              <a:t>Nguồn: https://docs.python.org/3/library/functions.html#input</a:t>
            </a:r>
            <a:endParaRPr/>
          </a:p>
        </p:txBody>
      </p:sp>
      <p:sp>
        <p:nvSpPr>
          <p:cNvPr id="13197810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0821640" name="Slide Image Placeholder 1"/>
          <p:cNvSpPr>
            <a:spLocks noGrp="1"/>
          </p:cNvSpPr>
          <p:nvPr>
            <p:ph type="sldImg" idx="0"/>
          </p:nvPr>
        </p:nvSpPr>
        <p:spPr bwMode="auto"/>
      </p:sp>
      <p:sp>
        <p:nvSpPr>
          <p:cNvPr id="2011325445" name="Notes Placeholder 2"/>
          <p:cNvSpPr>
            <a:spLocks noGrp="1"/>
          </p:cNvSpPr>
          <p:nvPr>
            <p:ph type="body" idx="1"/>
          </p:nvPr>
        </p:nvSpPr>
        <p:spPr bwMode="auto"/>
        <p:txBody>
          <a:bodyPr/>
          <a:lstStyle/>
          <a:p>
            <a:pPr>
              <a:defRPr/>
            </a:pPr>
            <a:r>
              <a:rPr/>
              <a:t>65–70 phút. Demo int("18"), float("8.5"), int("8.5") để học viên quan sát ValueError. float dùng dấu chấm trong ví dụ này. Không bắt học viên try/except ở buổi 1. Hỏi vì sao math_score + 1 hoạt động sau float. Khác biệt với thay đổi cách hiển thị ở slide kế tiếp.</a:t>
            </a:r>
            <a:endParaRPr/>
          </a:p>
          <a:p>
            <a:pPr>
              <a:defRPr/>
            </a:pPr>
            <a:endParaRPr/>
          </a:p>
          <a:p>
            <a:pPr>
              <a:defRPr/>
            </a:pPr>
            <a:r>
              <a:rPr/>
              <a:t>Giáo án gốc: https://app.notion.com/p/3f5df747e0f5815ba588e86bbefa0803</a:t>
            </a:r>
            <a:endParaRPr/>
          </a:p>
          <a:p>
            <a:pPr>
              <a:defRPr/>
            </a:pPr>
            <a:r>
              <a:rPr/>
              <a:t>Nguồn: https://docs.python.org/3/library/functions.html#float</a:t>
            </a:r>
            <a:endParaRPr/>
          </a:p>
          <a:p>
            <a:pPr>
              <a:defRPr/>
            </a:pPr>
            <a:r>
              <a:rPr/>
              <a:t>Nguồn: https://docs.python.org/3/library/functions.html#int</a:t>
            </a:r>
            <a:endParaRPr/>
          </a:p>
        </p:txBody>
      </p:sp>
      <p:sp>
        <p:nvSpPr>
          <p:cNvPr id="42690565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6431828" name="Slide Image Placeholder 1"/>
          <p:cNvSpPr>
            <a:spLocks noGrp="1"/>
          </p:cNvSpPr>
          <p:nvPr>
            <p:ph type="sldImg" idx="0"/>
          </p:nvPr>
        </p:nvSpPr>
        <p:spPr bwMode="auto"/>
      </p:sp>
      <p:sp>
        <p:nvSpPr>
          <p:cNvPr id="715682203" name="Notes Placeholder 2"/>
          <p:cNvSpPr>
            <a:spLocks noGrp="1"/>
          </p:cNvSpPr>
          <p:nvPr>
            <p:ph type="body" idx="1"/>
          </p:nvPr>
        </p:nvSpPr>
        <p:spPr bwMode="auto"/>
        <p:txBody>
          <a:bodyPr/>
          <a:lstStyle/>
          <a:p>
            <a:pPr>
              <a:defRPr/>
            </a:pPr>
            <a:r>
              <a:rPr/>
              <a:t>70–74 phút. Dấu f trước chuỗi và dấu ngoặc nhọn chèn biểu thức. .2f định dạng hai chữ số thập phân, không thay đổi giá trị average. Chạy ví dụ để thấy in 8.26 nhưng average vẫn 8.256. Không dạy toàn bộ cú pháp định dạng.</a:t>
            </a:r>
            <a:endParaRPr/>
          </a:p>
          <a:p>
            <a:pPr>
              <a:defRPr/>
            </a:pPr>
            <a:endParaRPr/>
          </a:p>
          <a:p>
            <a:pPr>
              <a:defRPr/>
            </a:pPr>
            <a:r>
              <a:rPr/>
              <a:t>Giáo án gốc: https://app.notion.com/p/3f5df747e0f5815ba588e86bbefa0803</a:t>
            </a:r>
            <a:endParaRPr/>
          </a:p>
          <a:p>
            <a:pPr>
              <a:defRPr/>
            </a:pPr>
            <a:r>
              <a:rPr/>
              <a:t>Nguồn: https://docs.python.org/3/tutorial/inputoutput.html#formatted-string-literals</a:t>
            </a:r>
            <a:endParaRPr/>
          </a:p>
        </p:txBody>
      </p:sp>
      <p:sp>
        <p:nvSpPr>
          <p:cNvPr id="173440829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3452989" name="Slide Image Placeholder 1"/>
          <p:cNvSpPr>
            <a:spLocks noGrp="1"/>
          </p:cNvSpPr>
          <p:nvPr>
            <p:ph type="sldImg" idx="0"/>
          </p:nvPr>
        </p:nvSpPr>
        <p:spPr bwMode="auto"/>
      </p:sp>
      <p:sp>
        <p:nvSpPr>
          <p:cNvPr id="1392945923" name="Notes Placeholder 2"/>
          <p:cNvSpPr>
            <a:spLocks noGrp="1"/>
          </p:cNvSpPr>
          <p:nvPr>
            <p:ph type="body" idx="1"/>
          </p:nvPr>
        </p:nvSpPr>
        <p:spPr bwMode="auto"/>
        <p:txBody>
          <a:bodyPr/>
          <a:lstStyle/>
          <a:p>
            <a:pPr>
              <a:defRPr/>
            </a:pPr>
            <a:r>
              <a:rPr/>
              <a:t>74–80 phút. Tạm rời slide, tự viết code trong VS Code để lớp theo dõi. Code tham khảo: name=input("Ho ten: "); math_score=float(input("Diem Toan: ")); english_score=float(input("Diem Anh: ")); average=(math_score+english_score)/2; print(f"{name}: diem trung binh = {average:.2f}"). Hỏi học viên vì sao cần ngoặc và float. Nhập Lan,8,6 để nhận Lan: diem trung binh = 7.00. Giả định điểm là số hợp lệ trong 0–10, chưa xác thực phạm vi.</a:t>
            </a:r>
            <a:endParaRPr/>
          </a:p>
          <a:p>
            <a:pPr>
              <a:defRPr/>
            </a:pPr>
            <a:endParaRPr/>
          </a:p>
          <a:p>
            <a:pPr>
              <a:defRPr/>
            </a:pPr>
            <a:r>
              <a:rPr/>
              <a:t>Giáo án gốc: https://app.notion.com/p/3f5df747e0f5815ba588e86bbefa0803</a:t>
            </a:r>
            <a:endParaRPr/>
          </a:p>
          <a:p>
            <a:pPr>
              <a:defRPr/>
            </a:pPr>
            <a:endParaRPr/>
          </a:p>
        </p:txBody>
      </p:sp>
      <p:sp>
        <p:nvSpPr>
          <p:cNvPr id="68848128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0656558" name="Slide Image Placeholder 1"/>
          <p:cNvSpPr>
            <a:spLocks noGrp="1"/>
          </p:cNvSpPr>
          <p:nvPr>
            <p:ph type="sldImg" idx="0"/>
          </p:nvPr>
        </p:nvSpPr>
        <p:spPr bwMode="auto"/>
      </p:sp>
      <p:sp>
        <p:nvSpPr>
          <p:cNvPr id="993418917" name="Notes Placeholder 2"/>
          <p:cNvSpPr>
            <a:spLocks noGrp="1"/>
          </p:cNvSpPr>
          <p:nvPr>
            <p:ph type="body" idx="1"/>
          </p:nvPr>
        </p:nvSpPr>
        <p:spPr bwMode="auto"/>
        <p:txBody>
          <a:bodyPr/>
          <a:lstStyle/>
          <a:p>
            <a:pPr>
              <a:defRPr/>
            </a:pPr>
            <a:r>
              <a:rPr/>
              <a:t>80–103 phút. Học viên tự viết bài cơ bản, không chỉ chép chương trình trên màn hình. Thử tên khác và cặp điểm 8/6, 0/10, 8.5/9.5. Kết quả trung bình tương ứng 7,5,9. Bài thêm 125 phút =&gt;2 giờ 5 phút bằng // và %. Đây là thực hành độc lập, chưa cần if/vòng lặp/hàm. Trợ giảng hỗ trợ thao tác Python, leader hỏi để học viên tự giải thích.</a:t>
            </a:r>
            <a:endParaRPr/>
          </a:p>
          <a:p>
            <a:pPr>
              <a:defRPr/>
            </a:pPr>
            <a:endParaRPr/>
          </a:p>
          <a:p>
            <a:pPr>
              <a:defRPr/>
            </a:pPr>
            <a:r>
              <a:rPr/>
              <a:t>Giáo án gốc: https://app.notion.com/p/3f5df747e0f5815ba588e86bbefa0803</a:t>
            </a:r>
            <a:endParaRPr/>
          </a:p>
          <a:p>
            <a:pPr>
              <a:defRPr/>
            </a:pPr>
            <a:endParaRPr/>
          </a:p>
        </p:txBody>
      </p:sp>
      <p:sp>
        <p:nvSpPr>
          <p:cNvPr id="153297676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8221806" name="Slide Image Placeholder 1"/>
          <p:cNvSpPr>
            <a:spLocks noGrp="1"/>
          </p:cNvSpPr>
          <p:nvPr>
            <p:ph type="sldImg" idx="0"/>
          </p:nvPr>
        </p:nvSpPr>
        <p:spPr bwMode="auto"/>
      </p:sp>
      <p:sp>
        <p:nvSpPr>
          <p:cNvPr id="1336942213" name="Notes Placeholder 2"/>
          <p:cNvSpPr>
            <a:spLocks noGrp="1"/>
          </p:cNvSpPr>
          <p:nvPr>
            <p:ph type="body" idx="1"/>
          </p:nvPr>
        </p:nvSpPr>
        <p:spPr bwMode="auto"/>
        <p:txBody>
          <a:bodyPr/>
          <a:lstStyle/>
          <a:p>
            <a:pPr>
              <a:defRPr/>
            </a:pPr>
            <a:r>
              <a:rPr/>
              <a:t>103–110 phút. Chạy đúng thư mục gốc repo và dùng git status. Chọn file hello.py vừa tạo, commit rồi push. Repo đã clone theo dõi origin/main hoặc nhánh mặc định nên git push thường đủ. Mở GitHub kiểm tra đúng file và commit. Yêu cầu đổi lời chào và tạo commit thứ hai nếu còn thời gian. Nếu repo private, kiểm tra quyền leader. Save/commit/push là ba thao tác khác nhau. Không đưa .venv, mật khẩu, token vào repository. .gitignore có thể minh họa nhanh riêng.</a:t>
            </a:r>
            <a:endParaRPr/>
          </a:p>
          <a:p>
            <a:pPr>
              <a:defRPr/>
            </a:pPr>
            <a:endParaRPr/>
          </a:p>
          <a:p>
            <a:pPr>
              <a:defRPr/>
            </a:pPr>
            <a:r>
              <a:rPr/>
              <a:t>Giáo án gốc: https://app.notion.com/p/3f5df747e0f5815ba588e86bbefa0803</a:t>
            </a:r>
            <a:endParaRPr/>
          </a:p>
          <a:p>
            <a:pPr>
              <a:defRPr/>
            </a:pPr>
            <a:r>
              <a:rPr/>
              <a:t>Nguồn: https://git-scm.com/book/en/v2/Git-Basics-Recording-Changes-to-the-Repository</a:t>
            </a:r>
            <a:endParaRPr/>
          </a:p>
          <a:p>
            <a:pPr>
              <a:defRPr/>
            </a:pPr>
            <a:r>
              <a:rPr/>
              <a:t>Nguồn: https://git-scm.com/book/en/v2/Git-Basics-Working-with-Remotes</a:t>
            </a:r>
            <a:endParaRPr/>
          </a:p>
        </p:txBody>
      </p:sp>
      <p:sp>
        <p:nvSpPr>
          <p:cNvPr id="190589854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3308772" name="Slide Image Placeholder 1"/>
          <p:cNvSpPr>
            <a:spLocks noGrp="1"/>
          </p:cNvSpPr>
          <p:nvPr>
            <p:ph type="sldImg" idx="0"/>
          </p:nvPr>
        </p:nvSpPr>
        <p:spPr bwMode="auto"/>
      </p:sp>
      <p:sp>
        <p:nvSpPr>
          <p:cNvPr id="1511840888" name="Notes Placeholder 2"/>
          <p:cNvSpPr>
            <a:spLocks noGrp="1"/>
          </p:cNvSpPr>
          <p:nvPr>
            <p:ph type="body" idx="1"/>
          </p:nvPr>
        </p:nvSpPr>
        <p:spPr bwMode="auto"/>
        <p:txBody>
          <a:bodyPr/>
          <a:lstStyle/>
          <a:p>
            <a:pPr>
              <a:defRPr/>
            </a:pPr>
            <a:r>
              <a:rPr/>
              <a:t>110–120 phút. Exit ticket: input trả str, float để tính số; commit lưu cục bộ, push gửi remote; init cho thư mục chưa có Git, clone lấy repo có sẵn. Giao notebook Buoi_01_Git_Python_BTVN.ipynb trong ZIP ở giáo án. Giải nén rồi mở VS Code/Jupyter/Colab. TODO None/pass là phần cần điền. Đọc ôn tập, chạy ví dụ, tự hoàn thành, khởi động lại kernel và chạy từ đầu. Phần Git làm trong terminal, notebook ghi lệnh và minh chứng. Nộp buoi_01 trên GitHub, kèm 3–5 câu ghi lỗi/cách sửa. Tổng thời gian 120 phút.</a:t>
            </a:r>
            <a:endParaRPr/>
          </a:p>
          <a:p>
            <a:pPr>
              <a:defRPr/>
            </a:pPr>
            <a:endParaRPr/>
          </a:p>
          <a:p>
            <a:pPr>
              <a:defRPr/>
            </a:pPr>
            <a:r>
              <a:rPr/>
              <a:t>Giáo án gốc: https://app.notion.com/p/3f5df747e0f5815ba588e86bbefa0803</a:t>
            </a:r>
            <a:endParaRPr/>
          </a:p>
          <a:p>
            <a:pPr>
              <a:defRPr/>
            </a:pPr>
            <a:endParaRPr/>
          </a:p>
        </p:txBody>
      </p:sp>
      <p:sp>
        <p:nvSpPr>
          <p:cNvPr id="1546714204"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1422202122" name="Title"/>
          <p:cNvSpPr>
            <a:spLocks noGrp="1"/>
          </p:cNvSpPr>
          <p:nvPr>
            <p:ph type="title" idx="0"/>
          </p:nvPr>
        </p:nvSpPr>
        <p:spPr bwMode="auto">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pPr>
              <a:defRPr/>
            </a:pPr>
            <a:endParaRPr/>
          </a:p>
        </p:txBody>
      </p:sp>
      <p:sp>
        <p:nvSpPr>
          <p:cNvPr id="2114183802" name="Subtitle"/>
          <p:cNvSpPr>
            <a:spLocks noGrp="1"/>
          </p:cNvSpPr>
          <p:nvPr>
            <p:ph type="subTitle" idx="1"/>
          </p:nvPr>
        </p:nvSpPr>
        <p:spPr bwMode="auto">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Section Header">
    <p:spTree>
      <p:nvGrpSpPr>
        <p:cNvPr id="1" name=""/>
        <p:cNvGrpSpPr/>
        <p:nvPr/>
      </p:nvGrpSpPr>
      <p:grpSpPr bwMode="auto">
        <a:xfrm>
          <a:off x="0" y="0"/>
          <a:ext cx="0" cy="0"/>
          <a:chOff x="0" y="0"/>
          <a:chExt cx="0" cy="0"/>
        </a:xfrm>
      </p:grpSpPr>
      <p:sp>
        <p:nvSpPr>
          <p:cNvPr id="1778974041" name="Section title"/>
          <p:cNvSpPr>
            <a:spLocks noGrp="1"/>
          </p:cNvSpPr>
          <p:nvPr>
            <p:ph type="title" idx="0"/>
          </p:nvPr>
        </p:nvSpPr>
        <p:spPr bwMode="auto">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Body">
    <p:spTree>
      <p:nvGrpSpPr>
        <p:cNvPr id="1" name=""/>
        <p:cNvGrpSpPr/>
        <p:nvPr/>
      </p:nvGrpSpPr>
      <p:grpSpPr bwMode="auto">
        <a:xfrm>
          <a:off x="0" y="0"/>
          <a:ext cx="0" cy="0"/>
          <a:chOff x="0" y="0"/>
          <a:chExt cx="0" cy="0"/>
        </a:xfrm>
      </p:grpSpPr>
      <p:sp>
        <p:nvSpPr>
          <p:cNvPr id="1197244314"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896190843" name="Body"/>
          <p:cNvSpPr>
            <a:spLocks noGrp="1"/>
          </p:cNvSpPr>
          <p:nvPr>
            <p:ph type="body" idx="1"/>
          </p:nvPr>
        </p:nvSpPr>
        <p:spPr bwMode="auto">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Two Column">
    <p:spTree>
      <p:nvGrpSpPr>
        <p:cNvPr id="1" name=""/>
        <p:cNvGrpSpPr/>
        <p:nvPr/>
      </p:nvGrpSpPr>
      <p:grpSpPr bwMode="auto">
        <a:xfrm>
          <a:off x="0" y="0"/>
          <a:ext cx="0" cy="0"/>
          <a:chOff x="0" y="0"/>
          <a:chExt cx="0" cy="0"/>
        </a:xfrm>
      </p:grpSpPr>
      <p:sp>
        <p:nvSpPr>
          <p:cNvPr id="717524112"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678858931"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
        <p:nvSpPr>
          <p:cNvPr id="1815084703" name="Right column"/>
          <p:cNvSpPr>
            <a:spLocks noGrp="1"/>
          </p:cNvSpPr>
          <p:nvPr>
            <p:ph type="body" idx="2"/>
          </p:nvPr>
        </p:nvSpPr>
        <p:spPr bwMode="auto">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One Column">
    <p:spTree>
      <p:nvGrpSpPr>
        <p:cNvPr id="1" name=""/>
        <p:cNvGrpSpPr/>
        <p:nvPr/>
      </p:nvGrpSpPr>
      <p:grpSpPr bwMode="auto">
        <a:xfrm>
          <a:off x="0" y="0"/>
          <a:ext cx="0" cy="0"/>
          <a:chOff x="0" y="0"/>
          <a:chExt cx="0" cy="0"/>
        </a:xfrm>
      </p:grpSpPr>
      <p:sp>
        <p:nvSpPr>
          <p:cNvPr id="1758844435"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491661097"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app.notion.com/p/3f5df747e0f5815ba588e86bbefa0803"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07169855" name="text-1"/>
          <p:cNvSpPr>
            <a:spLocks noGrp="1"/>
          </p:cNvSpPr>
          <p:nvPr/>
        </p:nvSpPr>
        <p:spPr bwMode="auto">
          <a:xfrm>
            <a:off x="628650" y="552450"/>
            <a:ext cx="7620000" cy="438149"/>
          </a:xfrm>
          <a:prstGeom prst="rect">
            <a:avLst/>
          </a:prstGeom>
          <a:noFill/>
          <a:ln w="0">
            <a:noFill/>
            <a:prstDash val="solid"/>
          </a:ln>
        </p:spPr>
        <p:txBody>
          <a:bodyPr wrap="square" lIns="0" tIns="0" rIns="0" bIns="0">
            <a:noAutofit/>
          </a:bodyPr>
          <a:lstStyle>
            <a:defPPr>
              <a:defRPr sz="1900" b="1">
                <a:solidFill>
                  <a:srgbClr val="D45B2C"/>
                </a:solidFill>
                <a:latin typeface="DejaVu Sans"/>
                <a:ea typeface="DejaVu Sans"/>
                <a:cs typeface="DejaVu Sans"/>
              </a:defRPr>
            </a:defPPr>
            <a:lvl1pPr>
              <a:defRPr sz="1900" b="1">
                <a:solidFill>
                  <a:srgbClr val="D45B2C"/>
                </a:solidFill>
                <a:latin typeface="DejaVu Sans"/>
                <a:ea typeface="DejaVu Sans"/>
                <a:cs typeface="DejaVu Sans"/>
              </a:defRPr>
            </a:lvl1pPr>
            <a:lvl2pPr>
              <a:defRPr sz="1900" b="1">
                <a:solidFill>
                  <a:srgbClr val="D45B2C"/>
                </a:solidFill>
                <a:latin typeface="DejaVu Sans"/>
                <a:ea typeface="DejaVu Sans"/>
                <a:cs typeface="DejaVu Sans"/>
              </a:defRPr>
            </a:lvl2pPr>
            <a:lvl3pPr>
              <a:defRPr sz="1900" b="1">
                <a:solidFill>
                  <a:srgbClr val="D45B2C"/>
                </a:solidFill>
                <a:latin typeface="DejaVu Sans"/>
                <a:ea typeface="DejaVu Sans"/>
                <a:cs typeface="DejaVu Sans"/>
              </a:defRPr>
            </a:lvl3pPr>
            <a:lvl4pPr>
              <a:defRPr sz="1900" b="1">
                <a:solidFill>
                  <a:srgbClr val="D45B2C"/>
                </a:solidFill>
                <a:latin typeface="DejaVu Sans"/>
                <a:ea typeface="DejaVu Sans"/>
                <a:cs typeface="DejaVu Sans"/>
              </a:defRPr>
            </a:lvl4pPr>
            <a:lvl5pPr>
              <a:defRPr sz="1900" b="1">
                <a:solidFill>
                  <a:srgbClr val="D45B2C"/>
                </a:solidFill>
                <a:latin typeface="DejaVu Sans"/>
                <a:ea typeface="DejaVu Sans"/>
                <a:cs typeface="DejaVu Sans"/>
              </a:defRPr>
            </a:lvl5pPr>
            <a:lvl6pPr>
              <a:defRPr sz="1900" b="1">
                <a:solidFill>
                  <a:srgbClr val="D45B2C"/>
                </a:solidFill>
                <a:latin typeface="DejaVu Sans"/>
                <a:ea typeface="DejaVu Sans"/>
                <a:cs typeface="DejaVu Sans"/>
              </a:defRPr>
            </a:lvl6pPr>
            <a:lvl7pPr>
              <a:defRPr sz="1900" b="1">
                <a:solidFill>
                  <a:srgbClr val="D45B2C"/>
                </a:solidFill>
                <a:latin typeface="DejaVu Sans"/>
                <a:ea typeface="DejaVu Sans"/>
                <a:cs typeface="DejaVu Sans"/>
              </a:defRPr>
            </a:lvl7pPr>
            <a:lvl8pPr>
              <a:defRPr sz="1900" b="1">
                <a:solidFill>
                  <a:srgbClr val="D45B2C"/>
                </a:solidFill>
                <a:latin typeface="DejaVu Sans"/>
                <a:ea typeface="DejaVu Sans"/>
                <a:cs typeface="DejaVu Sans"/>
              </a:defRPr>
            </a:lvl8pPr>
            <a:lvl9pPr>
              <a:defRPr sz="1900" b="1">
                <a:solidFill>
                  <a:srgbClr val="D45B2C"/>
                </a:solidFill>
                <a:latin typeface="DejaVu Sans"/>
                <a:ea typeface="DejaVu Sans"/>
                <a:cs typeface="DejaVu Sans"/>
              </a:defRPr>
            </a:lvl9pPr>
          </a:lstStyle>
          <a:p>
            <a:pPr>
              <a:defRPr sz="1900" b="1">
                <a:solidFill>
                  <a:srgbClr val="D45B2C"/>
                </a:solidFill>
                <a:latin typeface="DejaVu Sans"/>
                <a:ea typeface="DejaVu Sans"/>
                <a:cs typeface="DejaVu Sans"/>
              </a:defRPr>
            </a:pPr>
            <a:r>
              <a:rPr sz="1900" b="1">
                <a:solidFill>
                  <a:srgbClr val="D45B2C"/>
                </a:solidFill>
                <a:latin typeface="DejaVu Sans"/>
                <a:ea typeface="DejaVu Sans"/>
                <a:cs typeface="DejaVu Sans"/>
              </a:rPr>
              <a:t>CLB TIN HỌC HIT</a:t>
            </a:r>
            <a:endParaRPr/>
          </a:p>
        </p:txBody>
      </p:sp>
      <p:sp>
        <p:nvSpPr>
          <p:cNvPr id="1398071121" name="text-2"/>
          <p:cNvSpPr>
            <a:spLocks noGrp="1"/>
          </p:cNvSpPr>
          <p:nvPr/>
        </p:nvSpPr>
        <p:spPr bwMode="auto">
          <a:xfrm>
            <a:off x="609600" y="1657350"/>
            <a:ext cx="6953250" cy="2381250"/>
          </a:xfrm>
          <a:prstGeom prst="rect">
            <a:avLst/>
          </a:prstGeom>
          <a:noFill/>
          <a:ln w="0">
            <a:noFill/>
            <a:prstDash val="solid"/>
          </a:ln>
        </p:spPr>
        <p:txBody>
          <a:bodyPr wrap="square" lIns="0" tIns="0" rIns="0" bIns="0">
            <a:noAutofit/>
          </a:bodyPr>
          <a:lstStyle>
            <a:defPPr>
              <a:defRPr sz="7050" b="1">
                <a:solidFill>
                  <a:srgbClr val="172B39"/>
                </a:solidFill>
                <a:latin typeface="DejaVu Sans"/>
                <a:ea typeface="DejaVu Sans"/>
                <a:cs typeface="DejaVu Sans"/>
              </a:defRPr>
            </a:defPPr>
            <a:lvl1pPr>
              <a:defRPr sz="7050" b="1">
                <a:solidFill>
                  <a:srgbClr val="172B39"/>
                </a:solidFill>
                <a:latin typeface="DejaVu Sans"/>
                <a:ea typeface="DejaVu Sans"/>
                <a:cs typeface="DejaVu Sans"/>
              </a:defRPr>
            </a:lvl1pPr>
            <a:lvl2pPr>
              <a:defRPr sz="7050" b="1">
                <a:solidFill>
                  <a:srgbClr val="172B39"/>
                </a:solidFill>
                <a:latin typeface="DejaVu Sans"/>
                <a:ea typeface="DejaVu Sans"/>
                <a:cs typeface="DejaVu Sans"/>
              </a:defRPr>
            </a:lvl2pPr>
            <a:lvl3pPr>
              <a:defRPr sz="7050" b="1">
                <a:solidFill>
                  <a:srgbClr val="172B39"/>
                </a:solidFill>
                <a:latin typeface="DejaVu Sans"/>
                <a:ea typeface="DejaVu Sans"/>
                <a:cs typeface="DejaVu Sans"/>
              </a:defRPr>
            </a:lvl3pPr>
            <a:lvl4pPr>
              <a:defRPr sz="7050" b="1">
                <a:solidFill>
                  <a:srgbClr val="172B39"/>
                </a:solidFill>
                <a:latin typeface="DejaVu Sans"/>
                <a:ea typeface="DejaVu Sans"/>
                <a:cs typeface="DejaVu Sans"/>
              </a:defRPr>
            </a:lvl4pPr>
            <a:lvl5pPr>
              <a:defRPr sz="7050" b="1">
                <a:solidFill>
                  <a:srgbClr val="172B39"/>
                </a:solidFill>
                <a:latin typeface="DejaVu Sans"/>
                <a:ea typeface="DejaVu Sans"/>
                <a:cs typeface="DejaVu Sans"/>
              </a:defRPr>
            </a:lvl5pPr>
            <a:lvl6pPr>
              <a:defRPr sz="7050" b="1">
                <a:solidFill>
                  <a:srgbClr val="172B39"/>
                </a:solidFill>
                <a:latin typeface="DejaVu Sans"/>
                <a:ea typeface="DejaVu Sans"/>
                <a:cs typeface="DejaVu Sans"/>
              </a:defRPr>
            </a:lvl6pPr>
            <a:lvl7pPr>
              <a:defRPr sz="7050" b="1">
                <a:solidFill>
                  <a:srgbClr val="172B39"/>
                </a:solidFill>
                <a:latin typeface="DejaVu Sans"/>
                <a:ea typeface="DejaVu Sans"/>
                <a:cs typeface="DejaVu Sans"/>
              </a:defRPr>
            </a:lvl7pPr>
            <a:lvl8pPr>
              <a:defRPr sz="7050" b="1">
                <a:solidFill>
                  <a:srgbClr val="172B39"/>
                </a:solidFill>
                <a:latin typeface="DejaVu Sans"/>
                <a:ea typeface="DejaVu Sans"/>
                <a:cs typeface="DejaVu Sans"/>
              </a:defRPr>
            </a:lvl8pPr>
            <a:lvl9pPr>
              <a:defRPr sz="7050" b="1">
                <a:solidFill>
                  <a:srgbClr val="172B39"/>
                </a:solidFill>
                <a:latin typeface="DejaVu Sans"/>
                <a:ea typeface="DejaVu Sans"/>
                <a:cs typeface="DejaVu Sans"/>
              </a:defRPr>
            </a:lvl9pPr>
          </a:lstStyle>
          <a:p>
            <a:pPr>
              <a:defRPr sz="7050" b="1">
                <a:solidFill>
                  <a:srgbClr val="172B39"/>
                </a:solidFill>
                <a:latin typeface="DejaVu Sans"/>
                <a:ea typeface="DejaVu Sans"/>
                <a:cs typeface="DejaVu Sans"/>
              </a:defRPr>
            </a:pPr>
            <a:r>
              <a:rPr sz="7050" b="1">
                <a:solidFill>
                  <a:srgbClr val="172B39"/>
                </a:solidFill>
                <a:latin typeface="DejaVu Sans"/>
                <a:ea typeface="DejaVu Sans"/>
                <a:cs typeface="DejaVu Sans"/>
              </a:rPr>
              <a:t>Hello,</a:t>
            </a:r>
            <a:endParaRPr/>
          </a:p>
          <a:p>
            <a:pPr>
              <a:defRPr sz="7050" b="1">
                <a:solidFill>
                  <a:srgbClr val="172B39"/>
                </a:solidFill>
                <a:latin typeface="DejaVu Sans"/>
                <a:ea typeface="DejaVu Sans"/>
                <a:cs typeface="DejaVu Sans"/>
              </a:defRPr>
            </a:pPr>
            <a:r>
              <a:rPr sz="7050" b="1">
                <a:solidFill>
                  <a:srgbClr val="172B39"/>
                </a:solidFill>
                <a:latin typeface="DejaVu Sans"/>
                <a:ea typeface="DejaVu Sans"/>
                <a:cs typeface="DejaVu Sans"/>
              </a:rPr>
              <a:t>Python!</a:t>
            </a:r>
            <a:endParaRPr/>
          </a:p>
        </p:txBody>
      </p:sp>
      <p:sp>
        <p:nvSpPr>
          <p:cNvPr id="776510249" name="text-3"/>
          <p:cNvSpPr>
            <a:spLocks noGrp="1"/>
          </p:cNvSpPr>
          <p:nvPr/>
        </p:nvSpPr>
        <p:spPr bwMode="auto">
          <a:xfrm>
            <a:off x="647700" y="4514850"/>
            <a:ext cx="6762750" cy="1047750"/>
          </a:xfrm>
          <a:prstGeom prst="rect">
            <a:avLst/>
          </a:prstGeom>
          <a:noFill/>
          <a:ln w="0">
            <a:noFill/>
            <a:prstDash val="solid"/>
          </a:ln>
        </p:spPr>
        <p:txBody>
          <a:bodyPr wrap="square" lIns="0" tIns="0" rIns="0" bIns="0">
            <a:noAutofit/>
          </a:bodyPr>
          <a:lstStyle>
            <a:defPPr>
              <a:defRPr sz="2400" b="0">
                <a:solidFill>
                  <a:srgbClr val="52616A"/>
                </a:solidFill>
                <a:latin typeface="DejaVu Sans"/>
                <a:ea typeface="DejaVu Sans"/>
                <a:cs typeface="DejaVu Sans"/>
              </a:defRPr>
            </a:defPPr>
            <a:lvl1pPr>
              <a:defRPr sz="2400" b="0">
                <a:solidFill>
                  <a:srgbClr val="52616A"/>
                </a:solidFill>
                <a:latin typeface="DejaVu Sans"/>
                <a:ea typeface="DejaVu Sans"/>
                <a:cs typeface="DejaVu Sans"/>
              </a:defRPr>
            </a:lvl1pPr>
            <a:lvl2pPr>
              <a:defRPr sz="2400" b="0">
                <a:solidFill>
                  <a:srgbClr val="52616A"/>
                </a:solidFill>
                <a:latin typeface="DejaVu Sans"/>
                <a:ea typeface="DejaVu Sans"/>
                <a:cs typeface="DejaVu Sans"/>
              </a:defRPr>
            </a:lvl2pPr>
            <a:lvl3pPr>
              <a:defRPr sz="2400" b="0">
                <a:solidFill>
                  <a:srgbClr val="52616A"/>
                </a:solidFill>
                <a:latin typeface="DejaVu Sans"/>
                <a:ea typeface="DejaVu Sans"/>
                <a:cs typeface="DejaVu Sans"/>
              </a:defRPr>
            </a:lvl3pPr>
            <a:lvl4pPr>
              <a:defRPr sz="2400" b="0">
                <a:solidFill>
                  <a:srgbClr val="52616A"/>
                </a:solidFill>
                <a:latin typeface="DejaVu Sans"/>
                <a:ea typeface="DejaVu Sans"/>
                <a:cs typeface="DejaVu Sans"/>
              </a:defRPr>
            </a:lvl4pPr>
            <a:lvl5pPr>
              <a:defRPr sz="2400" b="0">
                <a:solidFill>
                  <a:srgbClr val="52616A"/>
                </a:solidFill>
                <a:latin typeface="DejaVu Sans"/>
                <a:ea typeface="DejaVu Sans"/>
                <a:cs typeface="DejaVu Sans"/>
              </a:defRPr>
            </a:lvl5pPr>
            <a:lvl6pPr>
              <a:defRPr sz="2400" b="0">
                <a:solidFill>
                  <a:srgbClr val="52616A"/>
                </a:solidFill>
                <a:latin typeface="DejaVu Sans"/>
                <a:ea typeface="DejaVu Sans"/>
                <a:cs typeface="DejaVu Sans"/>
              </a:defRPr>
            </a:lvl6pPr>
            <a:lvl7pPr>
              <a:defRPr sz="2400" b="0">
                <a:solidFill>
                  <a:srgbClr val="52616A"/>
                </a:solidFill>
                <a:latin typeface="DejaVu Sans"/>
                <a:ea typeface="DejaVu Sans"/>
                <a:cs typeface="DejaVu Sans"/>
              </a:defRPr>
            </a:lvl7pPr>
            <a:lvl8pPr>
              <a:defRPr sz="2400" b="0">
                <a:solidFill>
                  <a:srgbClr val="52616A"/>
                </a:solidFill>
                <a:latin typeface="DejaVu Sans"/>
                <a:ea typeface="DejaVu Sans"/>
                <a:cs typeface="DejaVu Sans"/>
              </a:defRPr>
            </a:lvl8pPr>
            <a:lvl9pPr>
              <a:defRPr sz="2400" b="0">
                <a:solidFill>
                  <a:srgbClr val="52616A"/>
                </a:solidFill>
                <a:latin typeface="DejaVu Sans"/>
                <a:ea typeface="DejaVu Sans"/>
                <a:cs typeface="DejaVu Sans"/>
              </a:defRPr>
            </a:lvl9pPr>
          </a:lstStyle>
          <a:p>
            <a:pPr>
              <a:defRPr sz="2400" b="0">
                <a:solidFill>
                  <a:srgbClr val="52616A"/>
                </a:solidFill>
                <a:latin typeface="DejaVu Sans"/>
                <a:ea typeface="DejaVu Sans"/>
                <a:cs typeface="DejaVu Sans"/>
              </a:defRPr>
            </a:pPr>
            <a:r>
              <a:rPr sz="2400" b="0">
                <a:solidFill>
                  <a:srgbClr val="52616A"/>
                </a:solidFill>
                <a:latin typeface="DejaVu Sans"/>
                <a:ea typeface="DejaVu Sans"/>
                <a:cs typeface="DejaVu Sans"/>
              </a:rPr>
              <a:t>Buổi 01</a:t>
            </a:r>
            <a:endParaRPr/>
          </a:p>
          <a:p>
            <a:pPr>
              <a:defRPr sz="2400" b="0">
                <a:solidFill>
                  <a:srgbClr val="52616A"/>
                </a:solidFill>
                <a:latin typeface="DejaVu Sans"/>
                <a:ea typeface="DejaVu Sans"/>
                <a:cs typeface="DejaVu Sans"/>
              </a:defRPr>
            </a:pPr>
            <a:r>
              <a:rPr sz="2400" b="0">
                <a:solidFill>
                  <a:srgbClr val="52616A"/>
                </a:solidFill>
                <a:latin typeface="DejaVu Sans"/>
                <a:ea typeface="DejaVu Sans"/>
                <a:cs typeface="DejaVu Sans"/>
              </a:rPr>
              <a:t>Git và Python nền tảng</a:t>
            </a:r>
            <a:endParaRPr/>
          </a:p>
        </p:txBody>
      </p:sp>
      <p:pic>
        <p:nvPicPr>
          <p:cNvPr id="646125789" name=""/>
          <p:cNvPicPr>
            <a:picLocks noChangeAspect="1"/>
          </p:cNvPicPr>
          <p:nvPr/>
        </p:nvPicPr>
        <p:blipFill rotWithShape="1">
          <a:blip r:embed="rId3"/>
          <a:stretch/>
        </p:blipFill>
        <p:spPr bwMode="auto">
          <a:xfrm>
            <a:off x="7524750" y="2142019"/>
            <a:ext cx="3714750" cy="1249987"/>
          </a:xfrm>
          <a:prstGeom prst="rect">
            <a:avLst/>
          </a:prstGeom>
        </p:spPr>
      </p:pic>
      <p:sp>
        <p:nvSpPr>
          <p:cNvPr id="641409143" name="text-4"/>
          <p:cNvSpPr>
            <a:spLocks noGrp="1"/>
          </p:cNvSpPr>
          <p:nvPr/>
        </p:nvSpPr>
        <p:spPr bwMode="auto">
          <a:xfrm>
            <a:off x="7200900" y="3829050"/>
            <a:ext cx="4476750" cy="619125"/>
          </a:xfrm>
          <a:prstGeom prst="rect">
            <a:avLst/>
          </a:prstGeom>
          <a:noFill/>
          <a:ln w="0">
            <a:noFill/>
            <a:prstDash val="solid"/>
          </a:ln>
        </p:spPr>
        <p:txBody>
          <a:bodyPr wrap="square" lIns="0" tIns="0" rIns="0" bIns="0">
            <a:noAutofit/>
          </a:bodyPr>
          <a:lstStyle>
            <a:defPPr>
              <a:defRPr sz="2050" b="0">
                <a:solidFill>
                  <a:srgbClr val="306998"/>
                </a:solidFill>
                <a:latin typeface="DejaVu Sans Mono"/>
                <a:ea typeface="DejaVu Sans Mono"/>
                <a:cs typeface="DejaVu Sans Mono"/>
              </a:defRPr>
            </a:defPPr>
            <a:lvl1pPr>
              <a:defRPr sz="2050" b="0">
                <a:solidFill>
                  <a:srgbClr val="306998"/>
                </a:solidFill>
                <a:latin typeface="DejaVu Sans Mono"/>
                <a:ea typeface="DejaVu Sans Mono"/>
                <a:cs typeface="DejaVu Sans Mono"/>
              </a:defRPr>
            </a:lvl1pPr>
            <a:lvl2pPr>
              <a:defRPr sz="2050" b="0">
                <a:solidFill>
                  <a:srgbClr val="306998"/>
                </a:solidFill>
                <a:latin typeface="DejaVu Sans Mono"/>
                <a:ea typeface="DejaVu Sans Mono"/>
                <a:cs typeface="DejaVu Sans Mono"/>
              </a:defRPr>
            </a:lvl2pPr>
            <a:lvl3pPr>
              <a:defRPr sz="2050" b="0">
                <a:solidFill>
                  <a:srgbClr val="306998"/>
                </a:solidFill>
                <a:latin typeface="DejaVu Sans Mono"/>
                <a:ea typeface="DejaVu Sans Mono"/>
                <a:cs typeface="DejaVu Sans Mono"/>
              </a:defRPr>
            </a:lvl3pPr>
            <a:lvl4pPr>
              <a:defRPr sz="2050" b="0">
                <a:solidFill>
                  <a:srgbClr val="306998"/>
                </a:solidFill>
                <a:latin typeface="DejaVu Sans Mono"/>
                <a:ea typeface="DejaVu Sans Mono"/>
                <a:cs typeface="DejaVu Sans Mono"/>
              </a:defRPr>
            </a:lvl4pPr>
            <a:lvl5pPr>
              <a:defRPr sz="2050" b="0">
                <a:solidFill>
                  <a:srgbClr val="306998"/>
                </a:solidFill>
                <a:latin typeface="DejaVu Sans Mono"/>
                <a:ea typeface="DejaVu Sans Mono"/>
                <a:cs typeface="DejaVu Sans Mono"/>
              </a:defRPr>
            </a:lvl5pPr>
            <a:lvl6pPr>
              <a:defRPr sz="2050" b="0">
                <a:solidFill>
                  <a:srgbClr val="306998"/>
                </a:solidFill>
                <a:latin typeface="DejaVu Sans Mono"/>
                <a:ea typeface="DejaVu Sans Mono"/>
                <a:cs typeface="DejaVu Sans Mono"/>
              </a:defRPr>
            </a:lvl6pPr>
            <a:lvl7pPr>
              <a:defRPr sz="2050" b="0">
                <a:solidFill>
                  <a:srgbClr val="306998"/>
                </a:solidFill>
                <a:latin typeface="DejaVu Sans Mono"/>
                <a:ea typeface="DejaVu Sans Mono"/>
                <a:cs typeface="DejaVu Sans Mono"/>
              </a:defRPr>
            </a:lvl7pPr>
            <a:lvl8pPr>
              <a:defRPr sz="2050" b="0">
                <a:solidFill>
                  <a:srgbClr val="306998"/>
                </a:solidFill>
                <a:latin typeface="DejaVu Sans Mono"/>
                <a:ea typeface="DejaVu Sans Mono"/>
                <a:cs typeface="DejaVu Sans Mono"/>
              </a:defRPr>
            </a:lvl8pPr>
            <a:lvl9pPr>
              <a:defRPr sz="2050" b="0">
                <a:solidFill>
                  <a:srgbClr val="306998"/>
                </a:solidFill>
                <a:latin typeface="DejaVu Sans Mono"/>
                <a:ea typeface="DejaVu Sans Mono"/>
                <a:cs typeface="DejaVu Sans Mono"/>
              </a:defRPr>
            </a:lvl9pPr>
          </a:lstStyle>
          <a:p>
            <a:pPr>
              <a:defRPr sz="2050" b="0">
                <a:solidFill>
                  <a:srgbClr val="306998"/>
                </a:solidFill>
                <a:latin typeface="DejaVu Sans Mono"/>
                <a:ea typeface="DejaVu Sans Mono"/>
                <a:cs typeface="DejaVu Sans Mono"/>
              </a:defRPr>
            </a:pPr>
            <a:r>
              <a:rPr sz="2050" b="0">
                <a:solidFill>
                  <a:srgbClr val="306998"/>
                </a:solidFill>
                <a:latin typeface="DejaVu Sans Mono"/>
                <a:ea typeface="DejaVu Sans Mono"/>
                <a:cs typeface="DejaVu Sans Mono"/>
              </a:rPr>
              <a:t>print("Hello, HIT!")</a:t>
            </a:r>
            <a:endParaRPr/>
          </a:p>
        </p:txBody>
      </p:sp>
      <p:sp>
        <p:nvSpPr>
          <p:cNvPr id="514376423" name="text-5"/>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498421973" name="text-6"/>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Kết quả cuối buổi</a:t>
            </a:r>
            <a:endParaRPr/>
          </a:p>
        </p:txBody>
      </p:sp>
      <p:sp>
        <p:nvSpPr>
          <p:cNvPr id="1426147890" name="text-7"/>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02</a:t>
            </a:r>
            <a:endParaRPr/>
          </a:p>
        </p:txBody>
      </p:sp>
      <p:sp>
        <p:nvSpPr>
          <p:cNvPr id="1380895250" name="text-8"/>
          <p:cNvSpPr>
            <a:spLocks noGrp="1"/>
          </p:cNvSpPr>
          <p:nvPr/>
        </p:nvSpPr>
        <p:spPr bwMode="auto">
          <a:xfrm>
            <a:off x="628650" y="1847850"/>
            <a:ext cx="723900" cy="571500"/>
          </a:xfrm>
          <a:prstGeom prst="rect">
            <a:avLst/>
          </a:prstGeom>
          <a:noFill/>
          <a:ln w="0">
            <a:noFill/>
            <a:prstDash val="solid"/>
          </a:ln>
        </p:spPr>
        <p:txBody>
          <a:bodyPr wrap="square" lIns="0" tIns="0" rIns="0" bIns="0">
            <a:noAutofit/>
          </a:bodyPr>
          <a:lstStyle>
            <a:defPPr>
              <a:defRPr sz="2700" b="1">
                <a:solidFill>
                  <a:srgbClr val="D45B2C"/>
                </a:solidFill>
                <a:latin typeface="DejaVu Sans"/>
                <a:ea typeface="DejaVu Sans"/>
                <a:cs typeface="DejaVu Sans"/>
              </a:defRPr>
            </a:defPPr>
            <a:lvl1pPr>
              <a:defRPr sz="2700" b="1">
                <a:solidFill>
                  <a:srgbClr val="D45B2C"/>
                </a:solidFill>
                <a:latin typeface="DejaVu Sans"/>
                <a:ea typeface="DejaVu Sans"/>
                <a:cs typeface="DejaVu Sans"/>
              </a:defRPr>
            </a:lvl1pPr>
            <a:lvl2pPr>
              <a:defRPr sz="2700" b="1">
                <a:solidFill>
                  <a:srgbClr val="D45B2C"/>
                </a:solidFill>
                <a:latin typeface="DejaVu Sans"/>
                <a:ea typeface="DejaVu Sans"/>
                <a:cs typeface="DejaVu Sans"/>
              </a:defRPr>
            </a:lvl2pPr>
            <a:lvl3pPr>
              <a:defRPr sz="2700" b="1">
                <a:solidFill>
                  <a:srgbClr val="D45B2C"/>
                </a:solidFill>
                <a:latin typeface="DejaVu Sans"/>
                <a:ea typeface="DejaVu Sans"/>
                <a:cs typeface="DejaVu Sans"/>
              </a:defRPr>
            </a:lvl3pPr>
            <a:lvl4pPr>
              <a:defRPr sz="2700" b="1">
                <a:solidFill>
                  <a:srgbClr val="D45B2C"/>
                </a:solidFill>
                <a:latin typeface="DejaVu Sans"/>
                <a:ea typeface="DejaVu Sans"/>
                <a:cs typeface="DejaVu Sans"/>
              </a:defRPr>
            </a:lvl4pPr>
            <a:lvl5pPr>
              <a:defRPr sz="2700" b="1">
                <a:solidFill>
                  <a:srgbClr val="D45B2C"/>
                </a:solidFill>
                <a:latin typeface="DejaVu Sans"/>
                <a:ea typeface="DejaVu Sans"/>
                <a:cs typeface="DejaVu Sans"/>
              </a:defRPr>
            </a:lvl5pPr>
            <a:lvl6pPr>
              <a:defRPr sz="2700" b="1">
                <a:solidFill>
                  <a:srgbClr val="D45B2C"/>
                </a:solidFill>
                <a:latin typeface="DejaVu Sans"/>
                <a:ea typeface="DejaVu Sans"/>
                <a:cs typeface="DejaVu Sans"/>
              </a:defRPr>
            </a:lvl6pPr>
            <a:lvl7pPr>
              <a:defRPr sz="2700" b="1">
                <a:solidFill>
                  <a:srgbClr val="D45B2C"/>
                </a:solidFill>
                <a:latin typeface="DejaVu Sans"/>
                <a:ea typeface="DejaVu Sans"/>
                <a:cs typeface="DejaVu Sans"/>
              </a:defRPr>
            </a:lvl7pPr>
            <a:lvl8pPr>
              <a:defRPr sz="2700" b="1">
                <a:solidFill>
                  <a:srgbClr val="D45B2C"/>
                </a:solidFill>
                <a:latin typeface="DejaVu Sans"/>
                <a:ea typeface="DejaVu Sans"/>
                <a:cs typeface="DejaVu Sans"/>
              </a:defRPr>
            </a:lvl8pPr>
            <a:lvl9pPr>
              <a:defRPr sz="2700" b="1">
                <a:solidFill>
                  <a:srgbClr val="D45B2C"/>
                </a:solidFill>
                <a:latin typeface="DejaVu Sans"/>
                <a:ea typeface="DejaVu Sans"/>
                <a:cs typeface="DejaVu Sans"/>
              </a:defRPr>
            </a:lvl9pPr>
          </a:lstStyle>
          <a:p>
            <a:pPr>
              <a:defRPr sz="2700" b="1">
                <a:solidFill>
                  <a:srgbClr val="D45B2C"/>
                </a:solidFill>
                <a:latin typeface="DejaVu Sans"/>
                <a:ea typeface="DejaVu Sans"/>
                <a:cs typeface="DejaVu Sans"/>
              </a:defRPr>
            </a:pPr>
            <a:r>
              <a:rPr sz="2700" b="1">
                <a:solidFill>
                  <a:srgbClr val="D45B2C"/>
                </a:solidFill>
                <a:latin typeface="DejaVu Sans"/>
                <a:ea typeface="DejaVu Sans"/>
                <a:cs typeface="DejaVu Sans"/>
              </a:rPr>
              <a:t>01</a:t>
            </a:r>
            <a:endParaRPr/>
          </a:p>
        </p:txBody>
      </p:sp>
      <p:sp>
        <p:nvSpPr>
          <p:cNvPr id="867782509" name="text-9"/>
          <p:cNvSpPr>
            <a:spLocks noGrp="1"/>
          </p:cNvSpPr>
          <p:nvPr/>
        </p:nvSpPr>
        <p:spPr bwMode="auto">
          <a:xfrm>
            <a:off x="1562100" y="1847850"/>
            <a:ext cx="9525000" cy="476250"/>
          </a:xfrm>
          <a:prstGeom prst="rect">
            <a:avLst/>
          </a:prstGeom>
          <a:noFill/>
          <a:ln w="0">
            <a:noFill/>
            <a:prstDash val="solid"/>
          </a:ln>
        </p:spPr>
        <p:txBody>
          <a:bodyPr wrap="square" lIns="0" tIns="0" rIns="0" bIns="0">
            <a:noAutofit/>
          </a:bodyPr>
          <a:lstStyle>
            <a:defPPr>
              <a:defRPr sz="2400" b="1">
                <a:solidFill>
                  <a:srgbClr val="172B39"/>
                </a:solidFill>
                <a:latin typeface="DejaVu Sans"/>
                <a:ea typeface="DejaVu Sans"/>
                <a:cs typeface="DejaVu Sans"/>
              </a:defRPr>
            </a:defPPr>
            <a:lvl1pPr>
              <a:defRPr sz="2400" b="1">
                <a:solidFill>
                  <a:srgbClr val="172B39"/>
                </a:solidFill>
                <a:latin typeface="DejaVu Sans"/>
                <a:ea typeface="DejaVu Sans"/>
                <a:cs typeface="DejaVu Sans"/>
              </a:defRPr>
            </a:lvl1pPr>
            <a:lvl2pPr>
              <a:defRPr sz="2400" b="1">
                <a:solidFill>
                  <a:srgbClr val="172B39"/>
                </a:solidFill>
                <a:latin typeface="DejaVu Sans"/>
                <a:ea typeface="DejaVu Sans"/>
                <a:cs typeface="DejaVu Sans"/>
              </a:defRPr>
            </a:lvl2pPr>
            <a:lvl3pPr>
              <a:defRPr sz="2400" b="1">
                <a:solidFill>
                  <a:srgbClr val="172B39"/>
                </a:solidFill>
                <a:latin typeface="DejaVu Sans"/>
                <a:ea typeface="DejaVu Sans"/>
                <a:cs typeface="DejaVu Sans"/>
              </a:defRPr>
            </a:lvl3pPr>
            <a:lvl4pPr>
              <a:defRPr sz="2400" b="1">
                <a:solidFill>
                  <a:srgbClr val="172B39"/>
                </a:solidFill>
                <a:latin typeface="DejaVu Sans"/>
                <a:ea typeface="DejaVu Sans"/>
                <a:cs typeface="DejaVu Sans"/>
              </a:defRPr>
            </a:lvl4pPr>
            <a:lvl5pPr>
              <a:defRPr sz="2400" b="1">
                <a:solidFill>
                  <a:srgbClr val="172B39"/>
                </a:solidFill>
                <a:latin typeface="DejaVu Sans"/>
                <a:ea typeface="DejaVu Sans"/>
                <a:cs typeface="DejaVu Sans"/>
              </a:defRPr>
            </a:lvl5pPr>
            <a:lvl6pPr>
              <a:defRPr sz="2400" b="1">
                <a:solidFill>
                  <a:srgbClr val="172B39"/>
                </a:solidFill>
                <a:latin typeface="DejaVu Sans"/>
                <a:ea typeface="DejaVu Sans"/>
                <a:cs typeface="DejaVu Sans"/>
              </a:defRPr>
            </a:lvl6pPr>
            <a:lvl7pPr>
              <a:defRPr sz="2400" b="1">
                <a:solidFill>
                  <a:srgbClr val="172B39"/>
                </a:solidFill>
                <a:latin typeface="DejaVu Sans"/>
                <a:ea typeface="DejaVu Sans"/>
                <a:cs typeface="DejaVu Sans"/>
              </a:defRPr>
            </a:lvl7pPr>
            <a:lvl8pPr>
              <a:defRPr sz="2400" b="1">
                <a:solidFill>
                  <a:srgbClr val="172B39"/>
                </a:solidFill>
                <a:latin typeface="DejaVu Sans"/>
                <a:ea typeface="DejaVu Sans"/>
                <a:cs typeface="DejaVu Sans"/>
              </a:defRPr>
            </a:lvl8pPr>
            <a:lvl9pPr>
              <a:defRPr sz="2400" b="1">
                <a:solidFill>
                  <a:srgbClr val="172B39"/>
                </a:solidFill>
                <a:latin typeface="DejaVu Sans"/>
                <a:ea typeface="DejaVu Sans"/>
                <a:cs typeface="DejaVu Sans"/>
              </a:defRPr>
            </a:lvl9pPr>
          </a:lstStyle>
          <a:p>
            <a:pPr>
              <a:defRPr sz="2400" b="1">
                <a:solidFill>
                  <a:srgbClr val="172B39"/>
                </a:solidFill>
                <a:latin typeface="DejaVu Sans"/>
                <a:ea typeface="DejaVu Sans"/>
                <a:cs typeface="DejaVu Sans"/>
              </a:defRPr>
            </a:pPr>
            <a:r>
              <a:rPr sz="2400" b="1">
                <a:solidFill>
                  <a:srgbClr val="172B39"/>
                </a:solidFill>
                <a:latin typeface="DejaVu Sans"/>
                <a:ea typeface="DejaVu Sans"/>
                <a:cs typeface="DejaVu Sans"/>
              </a:rPr>
              <a:t>Chương trình Python đầu tiên</a:t>
            </a:r>
            <a:endParaRPr/>
          </a:p>
        </p:txBody>
      </p:sp>
      <p:sp>
        <p:nvSpPr>
          <p:cNvPr id="361008114" name="text-10"/>
          <p:cNvSpPr>
            <a:spLocks noGrp="1"/>
          </p:cNvSpPr>
          <p:nvPr/>
        </p:nvSpPr>
        <p:spPr bwMode="auto">
          <a:xfrm>
            <a:off x="1562100" y="2381250"/>
            <a:ext cx="9525000" cy="609600"/>
          </a:xfrm>
          <a:prstGeom prst="rect">
            <a:avLst/>
          </a:prstGeom>
          <a:noFill/>
          <a:ln w="0">
            <a:noFill/>
            <a:prstDash val="solid"/>
          </a:ln>
        </p:spPr>
        <p:txBody>
          <a:bodyPr wrap="square" lIns="0" tIns="0" rIns="0" bIns="0">
            <a:noAutofit/>
          </a:bodyPr>
          <a:lstStyle>
            <a:defPPr>
              <a:defRPr sz="1900" b="0">
                <a:solidFill>
                  <a:srgbClr val="52616A"/>
                </a:solidFill>
                <a:latin typeface="DejaVu Sans"/>
                <a:ea typeface="DejaVu Sans"/>
                <a:cs typeface="DejaVu Sans"/>
              </a:defRPr>
            </a:defPPr>
            <a:lvl1pPr>
              <a:defRPr sz="1900" b="0">
                <a:solidFill>
                  <a:srgbClr val="52616A"/>
                </a:solidFill>
                <a:latin typeface="DejaVu Sans"/>
                <a:ea typeface="DejaVu Sans"/>
                <a:cs typeface="DejaVu Sans"/>
              </a:defRPr>
            </a:lvl1pPr>
            <a:lvl2pPr>
              <a:defRPr sz="1900" b="0">
                <a:solidFill>
                  <a:srgbClr val="52616A"/>
                </a:solidFill>
                <a:latin typeface="DejaVu Sans"/>
                <a:ea typeface="DejaVu Sans"/>
                <a:cs typeface="DejaVu Sans"/>
              </a:defRPr>
            </a:lvl2pPr>
            <a:lvl3pPr>
              <a:defRPr sz="1900" b="0">
                <a:solidFill>
                  <a:srgbClr val="52616A"/>
                </a:solidFill>
                <a:latin typeface="DejaVu Sans"/>
                <a:ea typeface="DejaVu Sans"/>
                <a:cs typeface="DejaVu Sans"/>
              </a:defRPr>
            </a:lvl3pPr>
            <a:lvl4pPr>
              <a:defRPr sz="1900" b="0">
                <a:solidFill>
                  <a:srgbClr val="52616A"/>
                </a:solidFill>
                <a:latin typeface="DejaVu Sans"/>
                <a:ea typeface="DejaVu Sans"/>
                <a:cs typeface="DejaVu Sans"/>
              </a:defRPr>
            </a:lvl4pPr>
            <a:lvl5pPr>
              <a:defRPr sz="1900" b="0">
                <a:solidFill>
                  <a:srgbClr val="52616A"/>
                </a:solidFill>
                <a:latin typeface="DejaVu Sans"/>
                <a:ea typeface="DejaVu Sans"/>
                <a:cs typeface="DejaVu Sans"/>
              </a:defRPr>
            </a:lvl5pPr>
            <a:lvl6pPr>
              <a:defRPr sz="1900" b="0">
                <a:solidFill>
                  <a:srgbClr val="52616A"/>
                </a:solidFill>
                <a:latin typeface="DejaVu Sans"/>
                <a:ea typeface="DejaVu Sans"/>
                <a:cs typeface="DejaVu Sans"/>
              </a:defRPr>
            </a:lvl6pPr>
            <a:lvl7pPr>
              <a:defRPr sz="1900" b="0">
                <a:solidFill>
                  <a:srgbClr val="52616A"/>
                </a:solidFill>
                <a:latin typeface="DejaVu Sans"/>
                <a:ea typeface="DejaVu Sans"/>
                <a:cs typeface="DejaVu Sans"/>
              </a:defRPr>
            </a:lvl7pPr>
            <a:lvl8pPr>
              <a:defRPr sz="1900" b="0">
                <a:solidFill>
                  <a:srgbClr val="52616A"/>
                </a:solidFill>
                <a:latin typeface="DejaVu Sans"/>
                <a:ea typeface="DejaVu Sans"/>
                <a:cs typeface="DejaVu Sans"/>
              </a:defRPr>
            </a:lvl8pPr>
            <a:lvl9pPr>
              <a:defRPr sz="1900" b="0">
                <a:solidFill>
                  <a:srgbClr val="52616A"/>
                </a:solidFill>
                <a:latin typeface="DejaVu Sans"/>
                <a:ea typeface="DejaVu Sans"/>
                <a:cs typeface="DejaVu Sans"/>
              </a:defRPr>
            </a:lvl9pPr>
          </a:lstStyle>
          <a:p>
            <a:pPr>
              <a:defRPr sz="1900" b="0">
                <a:solidFill>
                  <a:srgbClr val="52616A"/>
                </a:solidFill>
                <a:latin typeface="DejaVu Sans"/>
                <a:ea typeface="DejaVu Sans"/>
                <a:cs typeface="DejaVu Sans"/>
              </a:defRPr>
            </a:pPr>
            <a:r>
              <a:rPr sz="1900" b="0">
                <a:solidFill>
                  <a:srgbClr val="52616A"/>
                </a:solidFill>
                <a:latin typeface="DejaVu Sans"/>
                <a:ea typeface="DejaVu Sans"/>
                <a:cs typeface="DejaVu Sans"/>
              </a:rPr>
              <a:t>Nhập dữ liệu, tính toán và in kết quả rõ ràng.</a:t>
            </a:r>
            <a:endParaRPr/>
          </a:p>
        </p:txBody>
      </p:sp>
      <p:sp>
        <p:nvSpPr>
          <p:cNvPr id="253509587" name="text-11"/>
          <p:cNvSpPr>
            <a:spLocks noGrp="1"/>
          </p:cNvSpPr>
          <p:nvPr/>
        </p:nvSpPr>
        <p:spPr bwMode="auto">
          <a:xfrm>
            <a:off x="628650" y="3305175"/>
            <a:ext cx="723900" cy="571500"/>
          </a:xfrm>
          <a:prstGeom prst="rect">
            <a:avLst/>
          </a:prstGeom>
          <a:noFill/>
          <a:ln w="0">
            <a:noFill/>
            <a:prstDash val="solid"/>
          </a:ln>
        </p:spPr>
        <p:txBody>
          <a:bodyPr wrap="square" lIns="0" tIns="0" rIns="0" bIns="0">
            <a:noAutofit/>
          </a:bodyPr>
          <a:lstStyle>
            <a:defPPr>
              <a:defRPr sz="2700" b="1">
                <a:solidFill>
                  <a:srgbClr val="D45B2C"/>
                </a:solidFill>
                <a:latin typeface="DejaVu Sans"/>
                <a:ea typeface="DejaVu Sans"/>
                <a:cs typeface="DejaVu Sans"/>
              </a:defRPr>
            </a:defPPr>
            <a:lvl1pPr>
              <a:defRPr sz="2700" b="1">
                <a:solidFill>
                  <a:srgbClr val="D45B2C"/>
                </a:solidFill>
                <a:latin typeface="DejaVu Sans"/>
                <a:ea typeface="DejaVu Sans"/>
                <a:cs typeface="DejaVu Sans"/>
              </a:defRPr>
            </a:lvl1pPr>
            <a:lvl2pPr>
              <a:defRPr sz="2700" b="1">
                <a:solidFill>
                  <a:srgbClr val="D45B2C"/>
                </a:solidFill>
                <a:latin typeface="DejaVu Sans"/>
                <a:ea typeface="DejaVu Sans"/>
                <a:cs typeface="DejaVu Sans"/>
              </a:defRPr>
            </a:lvl2pPr>
            <a:lvl3pPr>
              <a:defRPr sz="2700" b="1">
                <a:solidFill>
                  <a:srgbClr val="D45B2C"/>
                </a:solidFill>
                <a:latin typeface="DejaVu Sans"/>
                <a:ea typeface="DejaVu Sans"/>
                <a:cs typeface="DejaVu Sans"/>
              </a:defRPr>
            </a:lvl3pPr>
            <a:lvl4pPr>
              <a:defRPr sz="2700" b="1">
                <a:solidFill>
                  <a:srgbClr val="D45B2C"/>
                </a:solidFill>
                <a:latin typeface="DejaVu Sans"/>
                <a:ea typeface="DejaVu Sans"/>
                <a:cs typeface="DejaVu Sans"/>
              </a:defRPr>
            </a:lvl4pPr>
            <a:lvl5pPr>
              <a:defRPr sz="2700" b="1">
                <a:solidFill>
                  <a:srgbClr val="D45B2C"/>
                </a:solidFill>
                <a:latin typeface="DejaVu Sans"/>
                <a:ea typeface="DejaVu Sans"/>
                <a:cs typeface="DejaVu Sans"/>
              </a:defRPr>
            </a:lvl5pPr>
            <a:lvl6pPr>
              <a:defRPr sz="2700" b="1">
                <a:solidFill>
                  <a:srgbClr val="D45B2C"/>
                </a:solidFill>
                <a:latin typeface="DejaVu Sans"/>
                <a:ea typeface="DejaVu Sans"/>
                <a:cs typeface="DejaVu Sans"/>
              </a:defRPr>
            </a:lvl6pPr>
            <a:lvl7pPr>
              <a:defRPr sz="2700" b="1">
                <a:solidFill>
                  <a:srgbClr val="D45B2C"/>
                </a:solidFill>
                <a:latin typeface="DejaVu Sans"/>
                <a:ea typeface="DejaVu Sans"/>
                <a:cs typeface="DejaVu Sans"/>
              </a:defRPr>
            </a:lvl7pPr>
            <a:lvl8pPr>
              <a:defRPr sz="2700" b="1">
                <a:solidFill>
                  <a:srgbClr val="D45B2C"/>
                </a:solidFill>
                <a:latin typeface="DejaVu Sans"/>
                <a:ea typeface="DejaVu Sans"/>
                <a:cs typeface="DejaVu Sans"/>
              </a:defRPr>
            </a:lvl8pPr>
            <a:lvl9pPr>
              <a:defRPr sz="2700" b="1">
                <a:solidFill>
                  <a:srgbClr val="D45B2C"/>
                </a:solidFill>
                <a:latin typeface="DejaVu Sans"/>
                <a:ea typeface="DejaVu Sans"/>
                <a:cs typeface="DejaVu Sans"/>
              </a:defRPr>
            </a:lvl9pPr>
          </a:lstStyle>
          <a:p>
            <a:pPr>
              <a:defRPr sz="2700" b="1">
                <a:solidFill>
                  <a:srgbClr val="D45B2C"/>
                </a:solidFill>
                <a:latin typeface="DejaVu Sans"/>
                <a:ea typeface="DejaVu Sans"/>
                <a:cs typeface="DejaVu Sans"/>
              </a:defRPr>
            </a:pPr>
            <a:r>
              <a:rPr sz="2700" b="1">
                <a:solidFill>
                  <a:srgbClr val="D45B2C"/>
                </a:solidFill>
                <a:latin typeface="DejaVu Sans"/>
                <a:ea typeface="DejaVu Sans"/>
                <a:cs typeface="DejaVu Sans"/>
              </a:rPr>
              <a:t>02</a:t>
            </a:r>
            <a:endParaRPr/>
          </a:p>
        </p:txBody>
      </p:sp>
      <p:sp>
        <p:nvSpPr>
          <p:cNvPr id="1337325162" name="text-12"/>
          <p:cNvSpPr>
            <a:spLocks noGrp="1"/>
          </p:cNvSpPr>
          <p:nvPr/>
        </p:nvSpPr>
        <p:spPr bwMode="auto">
          <a:xfrm>
            <a:off x="1562100" y="3305175"/>
            <a:ext cx="9525000" cy="476250"/>
          </a:xfrm>
          <a:prstGeom prst="rect">
            <a:avLst/>
          </a:prstGeom>
          <a:noFill/>
          <a:ln w="0">
            <a:noFill/>
            <a:prstDash val="solid"/>
          </a:ln>
        </p:spPr>
        <p:txBody>
          <a:bodyPr wrap="square" lIns="0" tIns="0" rIns="0" bIns="0">
            <a:noAutofit/>
          </a:bodyPr>
          <a:lstStyle>
            <a:defPPr>
              <a:defRPr sz="2400" b="1">
                <a:solidFill>
                  <a:srgbClr val="172B39"/>
                </a:solidFill>
                <a:latin typeface="DejaVu Sans"/>
                <a:ea typeface="DejaVu Sans"/>
                <a:cs typeface="DejaVu Sans"/>
              </a:defRPr>
            </a:defPPr>
            <a:lvl1pPr>
              <a:defRPr sz="2400" b="1">
                <a:solidFill>
                  <a:srgbClr val="172B39"/>
                </a:solidFill>
                <a:latin typeface="DejaVu Sans"/>
                <a:ea typeface="DejaVu Sans"/>
                <a:cs typeface="DejaVu Sans"/>
              </a:defRPr>
            </a:lvl1pPr>
            <a:lvl2pPr>
              <a:defRPr sz="2400" b="1">
                <a:solidFill>
                  <a:srgbClr val="172B39"/>
                </a:solidFill>
                <a:latin typeface="DejaVu Sans"/>
                <a:ea typeface="DejaVu Sans"/>
                <a:cs typeface="DejaVu Sans"/>
              </a:defRPr>
            </a:lvl2pPr>
            <a:lvl3pPr>
              <a:defRPr sz="2400" b="1">
                <a:solidFill>
                  <a:srgbClr val="172B39"/>
                </a:solidFill>
                <a:latin typeface="DejaVu Sans"/>
                <a:ea typeface="DejaVu Sans"/>
                <a:cs typeface="DejaVu Sans"/>
              </a:defRPr>
            </a:lvl3pPr>
            <a:lvl4pPr>
              <a:defRPr sz="2400" b="1">
                <a:solidFill>
                  <a:srgbClr val="172B39"/>
                </a:solidFill>
                <a:latin typeface="DejaVu Sans"/>
                <a:ea typeface="DejaVu Sans"/>
                <a:cs typeface="DejaVu Sans"/>
              </a:defRPr>
            </a:lvl4pPr>
            <a:lvl5pPr>
              <a:defRPr sz="2400" b="1">
                <a:solidFill>
                  <a:srgbClr val="172B39"/>
                </a:solidFill>
                <a:latin typeface="DejaVu Sans"/>
                <a:ea typeface="DejaVu Sans"/>
                <a:cs typeface="DejaVu Sans"/>
              </a:defRPr>
            </a:lvl5pPr>
            <a:lvl6pPr>
              <a:defRPr sz="2400" b="1">
                <a:solidFill>
                  <a:srgbClr val="172B39"/>
                </a:solidFill>
                <a:latin typeface="DejaVu Sans"/>
                <a:ea typeface="DejaVu Sans"/>
                <a:cs typeface="DejaVu Sans"/>
              </a:defRPr>
            </a:lvl6pPr>
            <a:lvl7pPr>
              <a:defRPr sz="2400" b="1">
                <a:solidFill>
                  <a:srgbClr val="172B39"/>
                </a:solidFill>
                <a:latin typeface="DejaVu Sans"/>
                <a:ea typeface="DejaVu Sans"/>
                <a:cs typeface="DejaVu Sans"/>
              </a:defRPr>
            </a:lvl7pPr>
            <a:lvl8pPr>
              <a:defRPr sz="2400" b="1">
                <a:solidFill>
                  <a:srgbClr val="172B39"/>
                </a:solidFill>
                <a:latin typeface="DejaVu Sans"/>
                <a:ea typeface="DejaVu Sans"/>
                <a:cs typeface="DejaVu Sans"/>
              </a:defRPr>
            </a:lvl8pPr>
            <a:lvl9pPr>
              <a:defRPr sz="2400" b="1">
                <a:solidFill>
                  <a:srgbClr val="172B39"/>
                </a:solidFill>
                <a:latin typeface="DejaVu Sans"/>
                <a:ea typeface="DejaVu Sans"/>
                <a:cs typeface="DejaVu Sans"/>
              </a:defRPr>
            </a:lvl9pPr>
          </a:lstStyle>
          <a:p>
            <a:pPr>
              <a:defRPr sz="2400" b="1">
                <a:solidFill>
                  <a:srgbClr val="172B39"/>
                </a:solidFill>
                <a:latin typeface="DejaVu Sans"/>
                <a:ea typeface="DejaVu Sans"/>
                <a:cs typeface="DejaVu Sans"/>
              </a:defRPr>
            </a:pPr>
            <a:r>
              <a:rPr sz="2400" b="1">
                <a:solidFill>
                  <a:srgbClr val="172B39"/>
                </a:solidFill>
                <a:latin typeface="DejaVu Sans"/>
                <a:ea typeface="DejaVu Sans"/>
                <a:cs typeface="DejaVu Sans"/>
              </a:rPr>
              <a:t>Lịch sử code bằng Git</a:t>
            </a:r>
            <a:endParaRPr/>
          </a:p>
        </p:txBody>
      </p:sp>
      <p:sp>
        <p:nvSpPr>
          <p:cNvPr id="953888420" name="text-13"/>
          <p:cNvSpPr>
            <a:spLocks noGrp="1"/>
          </p:cNvSpPr>
          <p:nvPr/>
        </p:nvSpPr>
        <p:spPr bwMode="auto">
          <a:xfrm>
            <a:off x="1562100" y="3838575"/>
            <a:ext cx="9525000" cy="609600"/>
          </a:xfrm>
          <a:prstGeom prst="rect">
            <a:avLst/>
          </a:prstGeom>
          <a:noFill/>
          <a:ln w="0">
            <a:noFill/>
            <a:prstDash val="solid"/>
          </a:ln>
        </p:spPr>
        <p:txBody>
          <a:bodyPr wrap="square" lIns="0" tIns="0" rIns="0" bIns="0">
            <a:noAutofit/>
          </a:bodyPr>
          <a:lstStyle>
            <a:defPPr>
              <a:defRPr sz="1900" b="0">
                <a:solidFill>
                  <a:srgbClr val="52616A"/>
                </a:solidFill>
                <a:latin typeface="DejaVu Sans"/>
                <a:ea typeface="DejaVu Sans"/>
                <a:cs typeface="DejaVu Sans"/>
              </a:defRPr>
            </a:defPPr>
            <a:lvl1pPr>
              <a:defRPr sz="1900" b="0">
                <a:solidFill>
                  <a:srgbClr val="52616A"/>
                </a:solidFill>
                <a:latin typeface="DejaVu Sans"/>
                <a:ea typeface="DejaVu Sans"/>
                <a:cs typeface="DejaVu Sans"/>
              </a:defRPr>
            </a:lvl1pPr>
            <a:lvl2pPr>
              <a:defRPr sz="1900" b="0">
                <a:solidFill>
                  <a:srgbClr val="52616A"/>
                </a:solidFill>
                <a:latin typeface="DejaVu Sans"/>
                <a:ea typeface="DejaVu Sans"/>
                <a:cs typeface="DejaVu Sans"/>
              </a:defRPr>
            </a:lvl2pPr>
            <a:lvl3pPr>
              <a:defRPr sz="1900" b="0">
                <a:solidFill>
                  <a:srgbClr val="52616A"/>
                </a:solidFill>
                <a:latin typeface="DejaVu Sans"/>
                <a:ea typeface="DejaVu Sans"/>
                <a:cs typeface="DejaVu Sans"/>
              </a:defRPr>
            </a:lvl3pPr>
            <a:lvl4pPr>
              <a:defRPr sz="1900" b="0">
                <a:solidFill>
                  <a:srgbClr val="52616A"/>
                </a:solidFill>
                <a:latin typeface="DejaVu Sans"/>
                <a:ea typeface="DejaVu Sans"/>
                <a:cs typeface="DejaVu Sans"/>
              </a:defRPr>
            </a:lvl4pPr>
            <a:lvl5pPr>
              <a:defRPr sz="1900" b="0">
                <a:solidFill>
                  <a:srgbClr val="52616A"/>
                </a:solidFill>
                <a:latin typeface="DejaVu Sans"/>
                <a:ea typeface="DejaVu Sans"/>
                <a:cs typeface="DejaVu Sans"/>
              </a:defRPr>
            </a:lvl5pPr>
            <a:lvl6pPr>
              <a:defRPr sz="1900" b="0">
                <a:solidFill>
                  <a:srgbClr val="52616A"/>
                </a:solidFill>
                <a:latin typeface="DejaVu Sans"/>
                <a:ea typeface="DejaVu Sans"/>
                <a:cs typeface="DejaVu Sans"/>
              </a:defRPr>
            </a:lvl6pPr>
            <a:lvl7pPr>
              <a:defRPr sz="1900" b="0">
                <a:solidFill>
                  <a:srgbClr val="52616A"/>
                </a:solidFill>
                <a:latin typeface="DejaVu Sans"/>
                <a:ea typeface="DejaVu Sans"/>
                <a:cs typeface="DejaVu Sans"/>
              </a:defRPr>
            </a:lvl7pPr>
            <a:lvl8pPr>
              <a:defRPr sz="1900" b="0">
                <a:solidFill>
                  <a:srgbClr val="52616A"/>
                </a:solidFill>
                <a:latin typeface="DejaVu Sans"/>
                <a:ea typeface="DejaVu Sans"/>
                <a:cs typeface="DejaVu Sans"/>
              </a:defRPr>
            </a:lvl8pPr>
            <a:lvl9pPr>
              <a:defRPr sz="1900" b="0">
                <a:solidFill>
                  <a:srgbClr val="52616A"/>
                </a:solidFill>
                <a:latin typeface="DejaVu Sans"/>
                <a:ea typeface="DejaVu Sans"/>
                <a:cs typeface="DejaVu Sans"/>
              </a:defRPr>
            </a:lvl9pPr>
          </a:lstStyle>
          <a:p>
            <a:pPr>
              <a:defRPr sz="1900" b="0">
                <a:solidFill>
                  <a:srgbClr val="52616A"/>
                </a:solidFill>
                <a:latin typeface="DejaVu Sans"/>
                <a:ea typeface="DejaVu Sans"/>
                <a:cs typeface="DejaVu Sans"/>
              </a:defRPr>
            </a:pPr>
            <a:r>
              <a:rPr sz="1900" b="0">
                <a:solidFill>
                  <a:srgbClr val="52616A"/>
                </a:solidFill>
                <a:latin typeface="DejaVu Sans"/>
                <a:ea typeface="DejaVu Sans"/>
                <a:cs typeface="DejaVu Sans"/>
              </a:rPr>
              <a:t>Biết thay đổi đang ở đâu trước khi lưu một phiên bản.</a:t>
            </a:r>
            <a:endParaRPr/>
          </a:p>
        </p:txBody>
      </p:sp>
      <p:sp>
        <p:nvSpPr>
          <p:cNvPr id="1385889115" name="text-14"/>
          <p:cNvSpPr>
            <a:spLocks noGrp="1"/>
          </p:cNvSpPr>
          <p:nvPr/>
        </p:nvSpPr>
        <p:spPr bwMode="auto">
          <a:xfrm>
            <a:off x="628650" y="4762500"/>
            <a:ext cx="723900" cy="571500"/>
          </a:xfrm>
          <a:prstGeom prst="rect">
            <a:avLst/>
          </a:prstGeom>
          <a:noFill/>
          <a:ln w="0">
            <a:noFill/>
            <a:prstDash val="solid"/>
          </a:ln>
        </p:spPr>
        <p:txBody>
          <a:bodyPr wrap="square" lIns="0" tIns="0" rIns="0" bIns="0">
            <a:noAutofit/>
          </a:bodyPr>
          <a:lstStyle>
            <a:defPPr>
              <a:defRPr sz="2700" b="1">
                <a:solidFill>
                  <a:srgbClr val="D45B2C"/>
                </a:solidFill>
                <a:latin typeface="DejaVu Sans"/>
                <a:ea typeface="DejaVu Sans"/>
                <a:cs typeface="DejaVu Sans"/>
              </a:defRPr>
            </a:defPPr>
            <a:lvl1pPr>
              <a:defRPr sz="2700" b="1">
                <a:solidFill>
                  <a:srgbClr val="D45B2C"/>
                </a:solidFill>
                <a:latin typeface="DejaVu Sans"/>
                <a:ea typeface="DejaVu Sans"/>
                <a:cs typeface="DejaVu Sans"/>
              </a:defRPr>
            </a:lvl1pPr>
            <a:lvl2pPr>
              <a:defRPr sz="2700" b="1">
                <a:solidFill>
                  <a:srgbClr val="D45B2C"/>
                </a:solidFill>
                <a:latin typeface="DejaVu Sans"/>
                <a:ea typeface="DejaVu Sans"/>
                <a:cs typeface="DejaVu Sans"/>
              </a:defRPr>
            </a:lvl2pPr>
            <a:lvl3pPr>
              <a:defRPr sz="2700" b="1">
                <a:solidFill>
                  <a:srgbClr val="D45B2C"/>
                </a:solidFill>
                <a:latin typeface="DejaVu Sans"/>
                <a:ea typeface="DejaVu Sans"/>
                <a:cs typeface="DejaVu Sans"/>
              </a:defRPr>
            </a:lvl3pPr>
            <a:lvl4pPr>
              <a:defRPr sz="2700" b="1">
                <a:solidFill>
                  <a:srgbClr val="D45B2C"/>
                </a:solidFill>
                <a:latin typeface="DejaVu Sans"/>
                <a:ea typeface="DejaVu Sans"/>
                <a:cs typeface="DejaVu Sans"/>
              </a:defRPr>
            </a:lvl4pPr>
            <a:lvl5pPr>
              <a:defRPr sz="2700" b="1">
                <a:solidFill>
                  <a:srgbClr val="D45B2C"/>
                </a:solidFill>
                <a:latin typeface="DejaVu Sans"/>
                <a:ea typeface="DejaVu Sans"/>
                <a:cs typeface="DejaVu Sans"/>
              </a:defRPr>
            </a:lvl5pPr>
            <a:lvl6pPr>
              <a:defRPr sz="2700" b="1">
                <a:solidFill>
                  <a:srgbClr val="D45B2C"/>
                </a:solidFill>
                <a:latin typeface="DejaVu Sans"/>
                <a:ea typeface="DejaVu Sans"/>
                <a:cs typeface="DejaVu Sans"/>
              </a:defRPr>
            </a:lvl6pPr>
            <a:lvl7pPr>
              <a:defRPr sz="2700" b="1">
                <a:solidFill>
                  <a:srgbClr val="D45B2C"/>
                </a:solidFill>
                <a:latin typeface="DejaVu Sans"/>
                <a:ea typeface="DejaVu Sans"/>
                <a:cs typeface="DejaVu Sans"/>
              </a:defRPr>
            </a:lvl7pPr>
            <a:lvl8pPr>
              <a:defRPr sz="2700" b="1">
                <a:solidFill>
                  <a:srgbClr val="D45B2C"/>
                </a:solidFill>
                <a:latin typeface="DejaVu Sans"/>
                <a:ea typeface="DejaVu Sans"/>
                <a:cs typeface="DejaVu Sans"/>
              </a:defRPr>
            </a:lvl8pPr>
            <a:lvl9pPr>
              <a:defRPr sz="2700" b="1">
                <a:solidFill>
                  <a:srgbClr val="D45B2C"/>
                </a:solidFill>
                <a:latin typeface="DejaVu Sans"/>
                <a:ea typeface="DejaVu Sans"/>
                <a:cs typeface="DejaVu Sans"/>
              </a:defRPr>
            </a:lvl9pPr>
          </a:lstStyle>
          <a:p>
            <a:pPr>
              <a:defRPr sz="2700" b="1">
                <a:solidFill>
                  <a:srgbClr val="D45B2C"/>
                </a:solidFill>
                <a:latin typeface="DejaVu Sans"/>
                <a:ea typeface="DejaVu Sans"/>
                <a:cs typeface="DejaVu Sans"/>
              </a:defRPr>
            </a:pPr>
            <a:r>
              <a:rPr sz="2700" b="1">
                <a:solidFill>
                  <a:srgbClr val="D45B2C"/>
                </a:solidFill>
                <a:latin typeface="DejaVu Sans"/>
                <a:ea typeface="DejaVu Sans"/>
                <a:cs typeface="DejaVu Sans"/>
              </a:rPr>
              <a:t>03</a:t>
            </a:r>
            <a:endParaRPr/>
          </a:p>
        </p:txBody>
      </p:sp>
      <p:sp>
        <p:nvSpPr>
          <p:cNvPr id="813488081" name="text-15"/>
          <p:cNvSpPr>
            <a:spLocks noGrp="1"/>
          </p:cNvSpPr>
          <p:nvPr/>
        </p:nvSpPr>
        <p:spPr bwMode="auto">
          <a:xfrm>
            <a:off x="1562100" y="4762500"/>
            <a:ext cx="9525000" cy="476250"/>
          </a:xfrm>
          <a:prstGeom prst="rect">
            <a:avLst/>
          </a:prstGeom>
          <a:noFill/>
          <a:ln w="0">
            <a:noFill/>
            <a:prstDash val="solid"/>
          </a:ln>
        </p:spPr>
        <p:txBody>
          <a:bodyPr wrap="square" lIns="0" tIns="0" rIns="0" bIns="0">
            <a:noAutofit/>
          </a:bodyPr>
          <a:lstStyle>
            <a:defPPr>
              <a:defRPr sz="2400" b="1">
                <a:solidFill>
                  <a:srgbClr val="172B39"/>
                </a:solidFill>
                <a:latin typeface="DejaVu Sans"/>
                <a:ea typeface="DejaVu Sans"/>
                <a:cs typeface="DejaVu Sans"/>
              </a:defRPr>
            </a:defPPr>
            <a:lvl1pPr>
              <a:defRPr sz="2400" b="1">
                <a:solidFill>
                  <a:srgbClr val="172B39"/>
                </a:solidFill>
                <a:latin typeface="DejaVu Sans"/>
                <a:ea typeface="DejaVu Sans"/>
                <a:cs typeface="DejaVu Sans"/>
              </a:defRPr>
            </a:lvl1pPr>
            <a:lvl2pPr>
              <a:defRPr sz="2400" b="1">
                <a:solidFill>
                  <a:srgbClr val="172B39"/>
                </a:solidFill>
                <a:latin typeface="DejaVu Sans"/>
                <a:ea typeface="DejaVu Sans"/>
                <a:cs typeface="DejaVu Sans"/>
              </a:defRPr>
            </a:lvl2pPr>
            <a:lvl3pPr>
              <a:defRPr sz="2400" b="1">
                <a:solidFill>
                  <a:srgbClr val="172B39"/>
                </a:solidFill>
                <a:latin typeface="DejaVu Sans"/>
                <a:ea typeface="DejaVu Sans"/>
                <a:cs typeface="DejaVu Sans"/>
              </a:defRPr>
            </a:lvl3pPr>
            <a:lvl4pPr>
              <a:defRPr sz="2400" b="1">
                <a:solidFill>
                  <a:srgbClr val="172B39"/>
                </a:solidFill>
                <a:latin typeface="DejaVu Sans"/>
                <a:ea typeface="DejaVu Sans"/>
                <a:cs typeface="DejaVu Sans"/>
              </a:defRPr>
            </a:lvl4pPr>
            <a:lvl5pPr>
              <a:defRPr sz="2400" b="1">
                <a:solidFill>
                  <a:srgbClr val="172B39"/>
                </a:solidFill>
                <a:latin typeface="DejaVu Sans"/>
                <a:ea typeface="DejaVu Sans"/>
                <a:cs typeface="DejaVu Sans"/>
              </a:defRPr>
            </a:lvl5pPr>
            <a:lvl6pPr>
              <a:defRPr sz="2400" b="1">
                <a:solidFill>
                  <a:srgbClr val="172B39"/>
                </a:solidFill>
                <a:latin typeface="DejaVu Sans"/>
                <a:ea typeface="DejaVu Sans"/>
                <a:cs typeface="DejaVu Sans"/>
              </a:defRPr>
            </a:lvl6pPr>
            <a:lvl7pPr>
              <a:defRPr sz="2400" b="1">
                <a:solidFill>
                  <a:srgbClr val="172B39"/>
                </a:solidFill>
                <a:latin typeface="DejaVu Sans"/>
                <a:ea typeface="DejaVu Sans"/>
                <a:cs typeface="DejaVu Sans"/>
              </a:defRPr>
            </a:lvl7pPr>
            <a:lvl8pPr>
              <a:defRPr sz="2400" b="1">
                <a:solidFill>
                  <a:srgbClr val="172B39"/>
                </a:solidFill>
                <a:latin typeface="DejaVu Sans"/>
                <a:ea typeface="DejaVu Sans"/>
                <a:cs typeface="DejaVu Sans"/>
              </a:defRPr>
            </a:lvl8pPr>
            <a:lvl9pPr>
              <a:defRPr sz="2400" b="1">
                <a:solidFill>
                  <a:srgbClr val="172B39"/>
                </a:solidFill>
                <a:latin typeface="DejaVu Sans"/>
                <a:ea typeface="DejaVu Sans"/>
                <a:cs typeface="DejaVu Sans"/>
              </a:defRPr>
            </a:lvl9pPr>
          </a:lstStyle>
          <a:p>
            <a:pPr>
              <a:defRPr sz="2400" b="1">
                <a:solidFill>
                  <a:srgbClr val="172B39"/>
                </a:solidFill>
                <a:latin typeface="DejaVu Sans"/>
                <a:ea typeface="DejaVu Sans"/>
                <a:cs typeface="DejaVu Sans"/>
              </a:defRPr>
            </a:pPr>
            <a:r>
              <a:rPr sz="2400" b="1">
                <a:solidFill>
                  <a:srgbClr val="172B39"/>
                </a:solidFill>
                <a:latin typeface="DejaVu Sans"/>
                <a:ea typeface="DejaVu Sans"/>
                <a:cs typeface="DejaVu Sans"/>
              </a:rPr>
              <a:t>Bài tập xuất hiện trên GitHub</a:t>
            </a:r>
            <a:endParaRPr/>
          </a:p>
        </p:txBody>
      </p:sp>
      <p:sp>
        <p:nvSpPr>
          <p:cNvPr id="903347198" name="text-16"/>
          <p:cNvSpPr>
            <a:spLocks noGrp="1"/>
          </p:cNvSpPr>
          <p:nvPr/>
        </p:nvSpPr>
        <p:spPr bwMode="auto">
          <a:xfrm>
            <a:off x="1562100" y="5295899"/>
            <a:ext cx="9525000" cy="609600"/>
          </a:xfrm>
          <a:prstGeom prst="rect">
            <a:avLst/>
          </a:prstGeom>
          <a:noFill/>
          <a:ln w="0">
            <a:noFill/>
            <a:prstDash val="solid"/>
          </a:ln>
        </p:spPr>
        <p:txBody>
          <a:bodyPr wrap="square" lIns="0" tIns="0" rIns="0" bIns="0">
            <a:noAutofit/>
          </a:bodyPr>
          <a:lstStyle>
            <a:defPPr>
              <a:defRPr sz="1900" b="0">
                <a:solidFill>
                  <a:srgbClr val="52616A"/>
                </a:solidFill>
                <a:latin typeface="DejaVu Sans"/>
                <a:ea typeface="DejaVu Sans"/>
                <a:cs typeface="DejaVu Sans"/>
              </a:defRPr>
            </a:defPPr>
            <a:lvl1pPr>
              <a:defRPr sz="1900" b="0">
                <a:solidFill>
                  <a:srgbClr val="52616A"/>
                </a:solidFill>
                <a:latin typeface="DejaVu Sans"/>
                <a:ea typeface="DejaVu Sans"/>
                <a:cs typeface="DejaVu Sans"/>
              </a:defRPr>
            </a:lvl1pPr>
            <a:lvl2pPr>
              <a:defRPr sz="1900" b="0">
                <a:solidFill>
                  <a:srgbClr val="52616A"/>
                </a:solidFill>
                <a:latin typeface="DejaVu Sans"/>
                <a:ea typeface="DejaVu Sans"/>
                <a:cs typeface="DejaVu Sans"/>
              </a:defRPr>
            </a:lvl2pPr>
            <a:lvl3pPr>
              <a:defRPr sz="1900" b="0">
                <a:solidFill>
                  <a:srgbClr val="52616A"/>
                </a:solidFill>
                <a:latin typeface="DejaVu Sans"/>
                <a:ea typeface="DejaVu Sans"/>
                <a:cs typeface="DejaVu Sans"/>
              </a:defRPr>
            </a:lvl3pPr>
            <a:lvl4pPr>
              <a:defRPr sz="1900" b="0">
                <a:solidFill>
                  <a:srgbClr val="52616A"/>
                </a:solidFill>
                <a:latin typeface="DejaVu Sans"/>
                <a:ea typeface="DejaVu Sans"/>
                <a:cs typeface="DejaVu Sans"/>
              </a:defRPr>
            </a:lvl4pPr>
            <a:lvl5pPr>
              <a:defRPr sz="1900" b="0">
                <a:solidFill>
                  <a:srgbClr val="52616A"/>
                </a:solidFill>
                <a:latin typeface="DejaVu Sans"/>
                <a:ea typeface="DejaVu Sans"/>
                <a:cs typeface="DejaVu Sans"/>
              </a:defRPr>
            </a:lvl5pPr>
            <a:lvl6pPr>
              <a:defRPr sz="1900" b="0">
                <a:solidFill>
                  <a:srgbClr val="52616A"/>
                </a:solidFill>
                <a:latin typeface="DejaVu Sans"/>
                <a:ea typeface="DejaVu Sans"/>
                <a:cs typeface="DejaVu Sans"/>
              </a:defRPr>
            </a:lvl6pPr>
            <a:lvl7pPr>
              <a:defRPr sz="1900" b="0">
                <a:solidFill>
                  <a:srgbClr val="52616A"/>
                </a:solidFill>
                <a:latin typeface="DejaVu Sans"/>
                <a:ea typeface="DejaVu Sans"/>
                <a:cs typeface="DejaVu Sans"/>
              </a:defRPr>
            </a:lvl7pPr>
            <a:lvl8pPr>
              <a:defRPr sz="1900" b="0">
                <a:solidFill>
                  <a:srgbClr val="52616A"/>
                </a:solidFill>
                <a:latin typeface="DejaVu Sans"/>
                <a:ea typeface="DejaVu Sans"/>
                <a:cs typeface="DejaVu Sans"/>
              </a:defRPr>
            </a:lvl8pPr>
            <a:lvl9pPr>
              <a:defRPr sz="1900" b="0">
                <a:solidFill>
                  <a:srgbClr val="52616A"/>
                </a:solidFill>
                <a:latin typeface="DejaVu Sans"/>
                <a:ea typeface="DejaVu Sans"/>
                <a:cs typeface="DejaVu Sans"/>
              </a:defRPr>
            </a:lvl9pPr>
          </a:lstStyle>
          <a:p>
            <a:pPr>
              <a:defRPr sz="1900" b="0">
                <a:solidFill>
                  <a:srgbClr val="52616A"/>
                </a:solidFill>
                <a:latin typeface="DejaVu Sans"/>
                <a:ea typeface="DejaVu Sans"/>
                <a:cs typeface="DejaVu Sans"/>
              </a:defRPr>
            </a:pPr>
            <a:r>
              <a:rPr sz="1900" b="0">
                <a:solidFill>
                  <a:srgbClr val="52616A"/>
                </a:solidFill>
                <a:latin typeface="DejaVu Sans"/>
                <a:ea typeface="DejaVu Sans"/>
                <a:cs typeface="DejaVu Sans"/>
              </a:rPr>
              <a:t>Tự commit, push và mở repository để kiểm tra.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175224484" name="text-17"/>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Hành trang đã sẵn sàng?</a:t>
            </a:r>
            <a:endParaRPr/>
          </a:p>
        </p:txBody>
      </p:sp>
      <p:sp>
        <p:nvSpPr>
          <p:cNvPr id="281072810" name="text-18"/>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03</a:t>
            </a:r>
            <a:endParaRPr/>
          </a:p>
        </p:txBody>
      </p:sp>
      <p:sp>
        <p:nvSpPr>
          <p:cNvPr id="409527655" name="text-19"/>
          <p:cNvSpPr>
            <a:spLocks noGrp="1"/>
          </p:cNvSpPr>
          <p:nvPr/>
        </p:nvSpPr>
        <p:spPr bwMode="auto">
          <a:xfrm>
            <a:off x="647700" y="1857375"/>
            <a:ext cx="4810125" cy="2286000"/>
          </a:xfrm>
          <a:prstGeom prst="rect">
            <a:avLst/>
          </a:prstGeom>
          <a:noFill/>
          <a:ln w="0">
            <a:noFill/>
            <a:prstDash val="solid"/>
          </a:ln>
        </p:spPr>
        <p:txBody>
          <a:bodyPr wrap="square" lIns="0" tIns="0" rIns="0" bIns="0">
            <a:noAutofit/>
          </a:bodyPr>
          <a:lstStyle>
            <a:defPPr>
              <a:defRPr sz="2700" b="1">
                <a:solidFill>
                  <a:srgbClr val="172B39"/>
                </a:solidFill>
                <a:latin typeface="DejaVu Sans"/>
                <a:ea typeface="DejaVu Sans"/>
                <a:cs typeface="DejaVu Sans"/>
              </a:defRPr>
            </a:defPPr>
            <a:lvl1pPr>
              <a:defRPr sz="2700" b="1">
                <a:solidFill>
                  <a:srgbClr val="172B39"/>
                </a:solidFill>
                <a:latin typeface="DejaVu Sans"/>
                <a:ea typeface="DejaVu Sans"/>
                <a:cs typeface="DejaVu Sans"/>
              </a:defRPr>
            </a:lvl1pPr>
            <a:lvl2pPr>
              <a:defRPr sz="2700" b="1">
                <a:solidFill>
                  <a:srgbClr val="172B39"/>
                </a:solidFill>
                <a:latin typeface="DejaVu Sans"/>
                <a:ea typeface="DejaVu Sans"/>
                <a:cs typeface="DejaVu Sans"/>
              </a:defRPr>
            </a:lvl2pPr>
            <a:lvl3pPr>
              <a:defRPr sz="2700" b="1">
                <a:solidFill>
                  <a:srgbClr val="172B39"/>
                </a:solidFill>
                <a:latin typeface="DejaVu Sans"/>
                <a:ea typeface="DejaVu Sans"/>
                <a:cs typeface="DejaVu Sans"/>
              </a:defRPr>
            </a:lvl3pPr>
            <a:lvl4pPr>
              <a:defRPr sz="2700" b="1">
                <a:solidFill>
                  <a:srgbClr val="172B39"/>
                </a:solidFill>
                <a:latin typeface="DejaVu Sans"/>
                <a:ea typeface="DejaVu Sans"/>
                <a:cs typeface="DejaVu Sans"/>
              </a:defRPr>
            </a:lvl4pPr>
            <a:lvl5pPr>
              <a:defRPr sz="2700" b="1">
                <a:solidFill>
                  <a:srgbClr val="172B39"/>
                </a:solidFill>
                <a:latin typeface="DejaVu Sans"/>
                <a:ea typeface="DejaVu Sans"/>
                <a:cs typeface="DejaVu Sans"/>
              </a:defRPr>
            </a:lvl5pPr>
            <a:lvl6pPr>
              <a:defRPr sz="2700" b="1">
                <a:solidFill>
                  <a:srgbClr val="172B39"/>
                </a:solidFill>
                <a:latin typeface="DejaVu Sans"/>
                <a:ea typeface="DejaVu Sans"/>
                <a:cs typeface="DejaVu Sans"/>
              </a:defRPr>
            </a:lvl6pPr>
            <a:lvl7pPr>
              <a:defRPr sz="2700" b="1">
                <a:solidFill>
                  <a:srgbClr val="172B39"/>
                </a:solidFill>
                <a:latin typeface="DejaVu Sans"/>
                <a:ea typeface="DejaVu Sans"/>
                <a:cs typeface="DejaVu Sans"/>
              </a:defRPr>
            </a:lvl7pPr>
            <a:lvl8pPr>
              <a:defRPr sz="2700" b="1">
                <a:solidFill>
                  <a:srgbClr val="172B39"/>
                </a:solidFill>
                <a:latin typeface="DejaVu Sans"/>
                <a:ea typeface="DejaVu Sans"/>
                <a:cs typeface="DejaVu Sans"/>
              </a:defRPr>
            </a:lvl8pPr>
            <a:lvl9pPr>
              <a:defRPr sz="2700" b="1">
                <a:solidFill>
                  <a:srgbClr val="172B39"/>
                </a:solidFill>
                <a:latin typeface="DejaVu Sans"/>
                <a:ea typeface="DejaVu Sans"/>
                <a:cs typeface="DejaVu Sans"/>
              </a:defRPr>
            </a:lvl9pPr>
          </a:lstStyle>
          <a:p>
            <a:pPr>
              <a:defRPr sz="2700" b="1">
                <a:solidFill>
                  <a:srgbClr val="172B39"/>
                </a:solidFill>
                <a:latin typeface="DejaVu Sans"/>
                <a:ea typeface="DejaVu Sans"/>
                <a:cs typeface="DejaVu Sans"/>
              </a:defRPr>
            </a:pPr>
            <a:r>
              <a:rPr sz="2700" b="1">
                <a:solidFill>
                  <a:srgbClr val="172B39"/>
                </a:solidFill>
                <a:latin typeface="DejaVu Sans"/>
                <a:ea typeface="DejaVu Sans"/>
                <a:cs typeface="DejaVu Sans"/>
              </a:rPr>
              <a:t>Python và Git</a:t>
            </a:r>
            <a:endParaRPr/>
          </a:p>
          <a:p>
            <a:pPr>
              <a:defRPr sz="2700" b="1">
                <a:solidFill>
                  <a:srgbClr val="172B39"/>
                </a:solidFill>
                <a:latin typeface="DejaVu Sans"/>
                <a:ea typeface="DejaVu Sans"/>
                <a:cs typeface="DejaVu Sans"/>
              </a:defRPr>
            </a:pPr>
            <a:r>
              <a:rPr sz="2700" b="1">
                <a:solidFill>
                  <a:srgbClr val="172B39"/>
                </a:solidFill>
                <a:latin typeface="DejaVu Sans"/>
                <a:ea typeface="DejaVu Sans"/>
                <a:cs typeface="DejaVu Sans"/>
              </a:rPr>
              <a:t>VS Code</a:t>
            </a:r>
            <a:endParaRPr/>
          </a:p>
          <a:p>
            <a:pPr>
              <a:defRPr sz="2700" b="1">
                <a:solidFill>
                  <a:srgbClr val="172B39"/>
                </a:solidFill>
                <a:latin typeface="DejaVu Sans"/>
                <a:ea typeface="DejaVu Sans"/>
                <a:cs typeface="DejaVu Sans"/>
              </a:defRPr>
            </a:pPr>
            <a:r>
              <a:rPr sz="2700" b="1">
                <a:solidFill>
                  <a:srgbClr val="172B39"/>
                </a:solidFill>
                <a:latin typeface="DejaVu Sans"/>
                <a:ea typeface="DejaVu Sans"/>
                <a:cs typeface="DejaVu Sans"/>
              </a:rPr>
              <a:t>Tài khoản GitHub</a:t>
            </a:r>
            <a:endParaRPr/>
          </a:p>
        </p:txBody>
      </p:sp>
      <p:sp>
        <p:nvSpPr>
          <p:cNvPr id="263246190" name="surface-20"/>
          <p:cNvSpPr>
            <a:spLocks noGrp="1"/>
          </p:cNvSpPr>
          <p:nvPr/>
        </p:nvSpPr>
        <p:spPr bwMode="auto">
          <a:xfrm>
            <a:off x="6296024" y="1885950"/>
            <a:ext cx="5238750" cy="1466849"/>
          </a:xfrm>
          <a:prstGeom prst="rect">
            <a:avLst/>
          </a:prstGeom>
          <a:solidFill>
            <a:srgbClr val="152B37"/>
          </a:solidFill>
          <a:ln w="0">
            <a:noFill/>
            <a:prstDash val="solid"/>
          </a:ln>
        </p:spPr>
      </p:sp>
      <p:sp>
        <p:nvSpPr>
          <p:cNvPr id="2130095610" name="text-21"/>
          <p:cNvSpPr>
            <a:spLocks noGrp="1"/>
          </p:cNvSpPr>
          <p:nvPr/>
        </p:nvSpPr>
        <p:spPr bwMode="auto">
          <a:xfrm>
            <a:off x="6543675" y="2076450"/>
            <a:ext cx="4743450" cy="542925"/>
          </a:xfrm>
          <a:prstGeom prst="rect">
            <a:avLst/>
          </a:prstGeom>
          <a:noFill/>
          <a:ln w="0">
            <a:noFill/>
            <a:prstDash val="solid"/>
          </a:ln>
        </p:spPr>
        <p:txBody>
          <a:bodyPr wrap="square" lIns="0" tIns="0" rIns="0" bIns="0">
            <a:noAutofit/>
          </a:bodyPr>
          <a:lstStyle>
            <a:defPPr>
              <a:defRPr sz="2100" b="0">
                <a:solidFill>
                  <a:srgbClr val="FFFFFF"/>
                </a:solidFill>
                <a:latin typeface="DejaVu Sans Mono"/>
                <a:ea typeface="DejaVu Sans Mono"/>
                <a:cs typeface="DejaVu Sans Mono"/>
              </a:defRPr>
            </a:defPPr>
            <a:lvl1pPr>
              <a:defRPr sz="2100" b="0">
                <a:solidFill>
                  <a:srgbClr val="FFFFFF"/>
                </a:solidFill>
                <a:latin typeface="DejaVu Sans Mono"/>
                <a:ea typeface="DejaVu Sans Mono"/>
                <a:cs typeface="DejaVu Sans Mono"/>
              </a:defRPr>
            </a:lvl1pPr>
            <a:lvl2pPr>
              <a:defRPr sz="2100" b="0">
                <a:solidFill>
                  <a:srgbClr val="FFFFFF"/>
                </a:solidFill>
                <a:latin typeface="DejaVu Sans Mono"/>
                <a:ea typeface="DejaVu Sans Mono"/>
                <a:cs typeface="DejaVu Sans Mono"/>
              </a:defRPr>
            </a:lvl2pPr>
            <a:lvl3pPr>
              <a:defRPr sz="2100" b="0">
                <a:solidFill>
                  <a:srgbClr val="FFFFFF"/>
                </a:solidFill>
                <a:latin typeface="DejaVu Sans Mono"/>
                <a:ea typeface="DejaVu Sans Mono"/>
                <a:cs typeface="DejaVu Sans Mono"/>
              </a:defRPr>
            </a:lvl3pPr>
            <a:lvl4pPr>
              <a:defRPr sz="2100" b="0">
                <a:solidFill>
                  <a:srgbClr val="FFFFFF"/>
                </a:solidFill>
                <a:latin typeface="DejaVu Sans Mono"/>
                <a:ea typeface="DejaVu Sans Mono"/>
                <a:cs typeface="DejaVu Sans Mono"/>
              </a:defRPr>
            </a:lvl4pPr>
            <a:lvl5pPr>
              <a:defRPr sz="2100" b="0">
                <a:solidFill>
                  <a:srgbClr val="FFFFFF"/>
                </a:solidFill>
                <a:latin typeface="DejaVu Sans Mono"/>
                <a:ea typeface="DejaVu Sans Mono"/>
                <a:cs typeface="DejaVu Sans Mono"/>
              </a:defRPr>
            </a:lvl5pPr>
            <a:lvl6pPr>
              <a:defRPr sz="2100" b="0">
                <a:solidFill>
                  <a:srgbClr val="FFFFFF"/>
                </a:solidFill>
                <a:latin typeface="DejaVu Sans Mono"/>
                <a:ea typeface="DejaVu Sans Mono"/>
                <a:cs typeface="DejaVu Sans Mono"/>
              </a:defRPr>
            </a:lvl6pPr>
            <a:lvl7pPr>
              <a:defRPr sz="2100" b="0">
                <a:solidFill>
                  <a:srgbClr val="FFFFFF"/>
                </a:solidFill>
                <a:latin typeface="DejaVu Sans Mono"/>
                <a:ea typeface="DejaVu Sans Mono"/>
                <a:cs typeface="DejaVu Sans Mono"/>
              </a:defRPr>
            </a:lvl7pPr>
            <a:lvl8pPr>
              <a:defRPr sz="2100" b="0">
                <a:solidFill>
                  <a:srgbClr val="FFFFFF"/>
                </a:solidFill>
                <a:latin typeface="DejaVu Sans Mono"/>
                <a:ea typeface="DejaVu Sans Mono"/>
                <a:cs typeface="DejaVu Sans Mono"/>
              </a:defRPr>
            </a:lvl8pPr>
            <a:lvl9pPr>
              <a:defRPr sz="2100" b="0">
                <a:solidFill>
                  <a:srgbClr val="FFFFFF"/>
                </a:solidFill>
                <a:latin typeface="DejaVu Sans Mono"/>
                <a:ea typeface="DejaVu Sans Mono"/>
                <a:cs typeface="DejaVu Sans Mono"/>
              </a:defRPr>
            </a:lvl9pPr>
          </a:lstStyle>
          <a:p>
            <a:pPr>
              <a:defRPr sz="2100" b="0">
                <a:solidFill>
                  <a:srgbClr val="FFFFFF"/>
                </a:solidFill>
                <a:latin typeface="DejaVu Sans Mono"/>
                <a:ea typeface="DejaVu Sans Mono"/>
                <a:cs typeface="DejaVu Sans Mono"/>
              </a:defRPr>
            </a:pPr>
            <a:r>
              <a:rPr sz="2100" b="0">
                <a:solidFill>
                  <a:srgbClr val="FFFFFF"/>
                </a:solidFill>
                <a:latin typeface="DejaVu Sans Mono"/>
                <a:ea typeface="DejaVu Sans Mono"/>
                <a:cs typeface="DejaVu Sans Mono"/>
              </a:rPr>
              <a:t>python --version</a:t>
            </a:r>
            <a:endParaRPr/>
          </a:p>
        </p:txBody>
      </p:sp>
      <p:sp>
        <p:nvSpPr>
          <p:cNvPr id="1667991863" name="text-22"/>
          <p:cNvSpPr>
            <a:spLocks noGrp="1"/>
          </p:cNvSpPr>
          <p:nvPr/>
        </p:nvSpPr>
        <p:spPr bwMode="auto">
          <a:xfrm>
            <a:off x="6543675" y="2619375"/>
            <a:ext cx="4743450" cy="542925"/>
          </a:xfrm>
          <a:prstGeom prst="rect">
            <a:avLst/>
          </a:prstGeom>
          <a:noFill/>
          <a:ln w="0">
            <a:noFill/>
            <a:prstDash val="solid"/>
          </a:ln>
        </p:spPr>
        <p:txBody>
          <a:bodyPr wrap="square" lIns="0" tIns="0" rIns="0" bIns="0">
            <a:noAutofit/>
          </a:bodyPr>
          <a:lstStyle>
            <a:defPPr>
              <a:defRPr sz="2100" b="0">
                <a:solidFill>
                  <a:srgbClr val="FFFFFF"/>
                </a:solidFill>
                <a:latin typeface="DejaVu Sans Mono"/>
                <a:ea typeface="DejaVu Sans Mono"/>
                <a:cs typeface="DejaVu Sans Mono"/>
              </a:defRPr>
            </a:defPPr>
            <a:lvl1pPr>
              <a:defRPr sz="2100" b="0">
                <a:solidFill>
                  <a:srgbClr val="FFFFFF"/>
                </a:solidFill>
                <a:latin typeface="DejaVu Sans Mono"/>
                <a:ea typeface="DejaVu Sans Mono"/>
                <a:cs typeface="DejaVu Sans Mono"/>
              </a:defRPr>
            </a:lvl1pPr>
            <a:lvl2pPr>
              <a:defRPr sz="2100" b="0">
                <a:solidFill>
                  <a:srgbClr val="FFFFFF"/>
                </a:solidFill>
                <a:latin typeface="DejaVu Sans Mono"/>
                <a:ea typeface="DejaVu Sans Mono"/>
                <a:cs typeface="DejaVu Sans Mono"/>
              </a:defRPr>
            </a:lvl2pPr>
            <a:lvl3pPr>
              <a:defRPr sz="2100" b="0">
                <a:solidFill>
                  <a:srgbClr val="FFFFFF"/>
                </a:solidFill>
                <a:latin typeface="DejaVu Sans Mono"/>
                <a:ea typeface="DejaVu Sans Mono"/>
                <a:cs typeface="DejaVu Sans Mono"/>
              </a:defRPr>
            </a:lvl3pPr>
            <a:lvl4pPr>
              <a:defRPr sz="2100" b="0">
                <a:solidFill>
                  <a:srgbClr val="FFFFFF"/>
                </a:solidFill>
                <a:latin typeface="DejaVu Sans Mono"/>
                <a:ea typeface="DejaVu Sans Mono"/>
                <a:cs typeface="DejaVu Sans Mono"/>
              </a:defRPr>
            </a:lvl4pPr>
            <a:lvl5pPr>
              <a:defRPr sz="2100" b="0">
                <a:solidFill>
                  <a:srgbClr val="FFFFFF"/>
                </a:solidFill>
                <a:latin typeface="DejaVu Sans Mono"/>
                <a:ea typeface="DejaVu Sans Mono"/>
                <a:cs typeface="DejaVu Sans Mono"/>
              </a:defRPr>
            </a:lvl5pPr>
            <a:lvl6pPr>
              <a:defRPr sz="2100" b="0">
                <a:solidFill>
                  <a:srgbClr val="FFFFFF"/>
                </a:solidFill>
                <a:latin typeface="DejaVu Sans Mono"/>
                <a:ea typeface="DejaVu Sans Mono"/>
                <a:cs typeface="DejaVu Sans Mono"/>
              </a:defRPr>
            </a:lvl6pPr>
            <a:lvl7pPr>
              <a:defRPr sz="2100" b="0">
                <a:solidFill>
                  <a:srgbClr val="FFFFFF"/>
                </a:solidFill>
                <a:latin typeface="DejaVu Sans Mono"/>
                <a:ea typeface="DejaVu Sans Mono"/>
                <a:cs typeface="DejaVu Sans Mono"/>
              </a:defRPr>
            </a:lvl7pPr>
            <a:lvl8pPr>
              <a:defRPr sz="2100" b="0">
                <a:solidFill>
                  <a:srgbClr val="FFFFFF"/>
                </a:solidFill>
                <a:latin typeface="DejaVu Sans Mono"/>
                <a:ea typeface="DejaVu Sans Mono"/>
                <a:cs typeface="DejaVu Sans Mono"/>
              </a:defRPr>
            </a:lvl8pPr>
            <a:lvl9pPr>
              <a:defRPr sz="2100" b="0">
                <a:solidFill>
                  <a:srgbClr val="FFFFFF"/>
                </a:solidFill>
                <a:latin typeface="DejaVu Sans Mono"/>
                <a:ea typeface="DejaVu Sans Mono"/>
                <a:cs typeface="DejaVu Sans Mono"/>
              </a:defRPr>
            </a:lvl9pPr>
          </a:lstStyle>
          <a:p>
            <a:pPr>
              <a:defRPr sz="2100" b="0">
                <a:solidFill>
                  <a:srgbClr val="FFFFFF"/>
                </a:solidFill>
                <a:latin typeface="DejaVu Sans Mono"/>
                <a:ea typeface="DejaVu Sans Mono"/>
                <a:cs typeface="DejaVu Sans Mono"/>
              </a:defRPr>
            </a:pPr>
            <a:r>
              <a:rPr sz="2100" b="0">
                <a:solidFill>
                  <a:srgbClr val="FFFFFF"/>
                </a:solidFill>
                <a:latin typeface="DejaVu Sans Mono"/>
                <a:ea typeface="DejaVu Sans Mono"/>
                <a:cs typeface="DejaVu Sans Mono"/>
              </a:rPr>
              <a:t>git --version</a:t>
            </a:r>
            <a:endParaRPr/>
          </a:p>
        </p:txBody>
      </p:sp>
      <p:sp>
        <p:nvSpPr>
          <p:cNvPr id="1202917896" name="text-23"/>
          <p:cNvSpPr>
            <a:spLocks noGrp="1"/>
          </p:cNvSpPr>
          <p:nvPr/>
        </p:nvSpPr>
        <p:spPr bwMode="auto">
          <a:xfrm>
            <a:off x="628650" y="4972050"/>
            <a:ext cx="10572750" cy="809625"/>
          </a:xfrm>
          <a:prstGeom prst="rect">
            <a:avLst/>
          </a:prstGeom>
          <a:noFill/>
          <a:ln w="0">
            <a:noFill/>
            <a:prstDash val="solid"/>
          </a:ln>
        </p:spPr>
        <p:txBody>
          <a:bodyPr wrap="square" lIns="0" tIns="0" rIns="0" bIns="0">
            <a:noAutofit/>
          </a:bodyPr>
          <a:lstStyle>
            <a:defPPr>
              <a:defRPr sz="2250" b="0">
                <a:solidFill>
                  <a:srgbClr val="52616A"/>
                </a:solidFill>
                <a:latin typeface="DejaVu Sans"/>
                <a:ea typeface="DejaVu Sans"/>
                <a:cs typeface="DejaVu Sans"/>
              </a:defRPr>
            </a:defPPr>
            <a:lvl1pPr>
              <a:defRPr sz="2250" b="0">
                <a:solidFill>
                  <a:srgbClr val="52616A"/>
                </a:solidFill>
                <a:latin typeface="DejaVu Sans"/>
                <a:ea typeface="DejaVu Sans"/>
                <a:cs typeface="DejaVu Sans"/>
              </a:defRPr>
            </a:lvl1pPr>
            <a:lvl2pPr>
              <a:defRPr sz="2250" b="0">
                <a:solidFill>
                  <a:srgbClr val="52616A"/>
                </a:solidFill>
                <a:latin typeface="DejaVu Sans"/>
                <a:ea typeface="DejaVu Sans"/>
                <a:cs typeface="DejaVu Sans"/>
              </a:defRPr>
            </a:lvl2pPr>
            <a:lvl3pPr>
              <a:defRPr sz="2250" b="0">
                <a:solidFill>
                  <a:srgbClr val="52616A"/>
                </a:solidFill>
                <a:latin typeface="DejaVu Sans"/>
                <a:ea typeface="DejaVu Sans"/>
                <a:cs typeface="DejaVu Sans"/>
              </a:defRPr>
            </a:lvl3pPr>
            <a:lvl4pPr>
              <a:defRPr sz="2250" b="0">
                <a:solidFill>
                  <a:srgbClr val="52616A"/>
                </a:solidFill>
                <a:latin typeface="DejaVu Sans"/>
                <a:ea typeface="DejaVu Sans"/>
                <a:cs typeface="DejaVu Sans"/>
              </a:defRPr>
            </a:lvl4pPr>
            <a:lvl5pPr>
              <a:defRPr sz="2250" b="0">
                <a:solidFill>
                  <a:srgbClr val="52616A"/>
                </a:solidFill>
                <a:latin typeface="DejaVu Sans"/>
                <a:ea typeface="DejaVu Sans"/>
                <a:cs typeface="DejaVu Sans"/>
              </a:defRPr>
            </a:lvl5pPr>
            <a:lvl6pPr>
              <a:defRPr sz="2250" b="0">
                <a:solidFill>
                  <a:srgbClr val="52616A"/>
                </a:solidFill>
                <a:latin typeface="DejaVu Sans"/>
                <a:ea typeface="DejaVu Sans"/>
                <a:cs typeface="DejaVu Sans"/>
              </a:defRPr>
            </a:lvl6pPr>
            <a:lvl7pPr>
              <a:defRPr sz="2250" b="0">
                <a:solidFill>
                  <a:srgbClr val="52616A"/>
                </a:solidFill>
                <a:latin typeface="DejaVu Sans"/>
                <a:ea typeface="DejaVu Sans"/>
                <a:cs typeface="DejaVu Sans"/>
              </a:defRPr>
            </a:lvl7pPr>
            <a:lvl8pPr>
              <a:defRPr sz="2250" b="0">
                <a:solidFill>
                  <a:srgbClr val="52616A"/>
                </a:solidFill>
                <a:latin typeface="DejaVu Sans"/>
                <a:ea typeface="DejaVu Sans"/>
                <a:cs typeface="DejaVu Sans"/>
              </a:defRPr>
            </a:lvl8pPr>
            <a:lvl9pPr>
              <a:defRPr sz="2250" b="0">
                <a:solidFill>
                  <a:srgbClr val="52616A"/>
                </a:solidFill>
                <a:latin typeface="DejaVu Sans"/>
                <a:ea typeface="DejaVu Sans"/>
                <a:cs typeface="DejaVu Sans"/>
              </a:defRPr>
            </a:lvl9pPr>
          </a:lstStyle>
          <a:p>
            <a:pPr>
              <a:defRPr sz="2250" b="0">
                <a:solidFill>
                  <a:srgbClr val="52616A"/>
                </a:solidFill>
                <a:latin typeface="DejaVu Sans"/>
                <a:ea typeface="DejaVu Sans"/>
                <a:cs typeface="DejaVu Sans"/>
              </a:defRPr>
            </a:pPr>
            <a:r>
              <a:rPr sz="2250" b="0">
                <a:solidFill>
                  <a:srgbClr val="52616A"/>
                </a:solidFill>
                <a:latin typeface="DejaVu Sans"/>
                <a:ea typeface="DejaVu Sans"/>
                <a:cs typeface="DejaVu Sans"/>
              </a:rPr>
              <a:t>Terminal báo phiên bản là bước kiểm tra đầu tiên.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2057087322" name="text-24"/>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Khi code có nhiều phiên bản</a:t>
            </a:r>
            <a:endParaRPr/>
          </a:p>
        </p:txBody>
      </p:sp>
      <p:sp>
        <p:nvSpPr>
          <p:cNvPr id="205503097" name="text-25"/>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04</a:t>
            </a:r>
            <a:endParaRPr/>
          </a:p>
        </p:txBody>
      </p:sp>
      <p:sp>
        <p:nvSpPr>
          <p:cNvPr id="1987212347" name="text-26"/>
          <p:cNvSpPr>
            <a:spLocks noGrp="1"/>
          </p:cNvSpPr>
          <p:nvPr/>
        </p:nvSpPr>
        <p:spPr bwMode="auto">
          <a:xfrm>
            <a:off x="723900" y="1876425"/>
            <a:ext cx="7381875" cy="2590800"/>
          </a:xfrm>
          <a:prstGeom prst="rect">
            <a:avLst/>
          </a:prstGeom>
          <a:noFill/>
          <a:ln w="0">
            <a:noFill/>
            <a:prstDash val="solid"/>
          </a:ln>
        </p:spPr>
        <p:txBody>
          <a:bodyPr wrap="square" lIns="0" tIns="0" rIns="0" bIns="0">
            <a:noAutofit/>
          </a:bodyPr>
          <a:lstStyle>
            <a:defPPr>
              <a:defRPr sz="2700" b="0">
                <a:solidFill>
                  <a:srgbClr val="52616A"/>
                </a:solidFill>
                <a:latin typeface="DejaVu Sans Mono"/>
                <a:ea typeface="DejaVu Sans Mono"/>
                <a:cs typeface="DejaVu Sans Mono"/>
              </a:defRPr>
            </a:defPPr>
            <a:lvl1pPr>
              <a:defRPr sz="2700" b="0">
                <a:solidFill>
                  <a:srgbClr val="52616A"/>
                </a:solidFill>
                <a:latin typeface="DejaVu Sans Mono"/>
                <a:ea typeface="DejaVu Sans Mono"/>
                <a:cs typeface="DejaVu Sans Mono"/>
              </a:defRPr>
            </a:lvl1pPr>
            <a:lvl2pPr>
              <a:defRPr sz="2700" b="0">
                <a:solidFill>
                  <a:srgbClr val="52616A"/>
                </a:solidFill>
                <a:latin typeface="DejaVu Sans Mono"/>
                <a:ea typeface="DejaVu Sans Mono"/>
                <a:cs typeface="DejaVu Sans Mono"/>
              </a:defRPr>
            </a:lvl2pPr>
            <a:lvl3pPr>
              <a:defRPr sz="2700" b="0">
                <a:solidFill>
                  <a:srgbClr val="52616A"/>
                </a:solidFill>
                <a:latin typeface="DejaVu Sans Mono"/>
                <a:ea typeface="DejaVu Sans Mono"/>
                <a:cs typeface="DejaVu Sans Mono"/>
              </a:defRPr>
            </a:lvl3pPr>
            <a:lvl4pPr>
              <a:defRPr sz="2700" b="0">
                <a:solidFill>
                  <a:srgbClr val="52616A"/>
                </a:solidFill>
                <a:latin typeface="DejaVu Sans Mono"/>
                <a:ea typeface="DejaVu Sans Mono"/>
                <a:cs typeface="DejaVu Sans Mono"/>
              </a:defRPr>
            </a:lvl4pPr>
            <a:lvl5pPr>
              <a:defRPr sz="2700" b="0">
                <a:solidFill>
                  <a:srgbClr val="52616A"/>
                </a:solidFill>
                <a:latin typeface="DejaVu Sans Mono"/>
                <a:ea typeface="DejaVu Sans Mono"/>
                <a:cs typeface="DejaVu Sans Mono"/>
              </a:defRPr>
            </a:lvl5pPr>
            <a:lvl6pPr>
              <a:defRPr sz="2700" b="0">
                <a:solidFill>
                  <a:srgbClr val="52616A"/>
                </a:solidFill>
                <a:latin typeface="DejaVu Sans Mono"/>
                <a:ea typeface="DejaVu Sans Mono"/>
                <a:cs typeface="DejaVu Sans Mono"/>
              </a:defRPr>
            </a:lvl6pPr>
            <a:lvl7pPr>
              <a:defRPr sz="2700" b="0">
                <a:solidFill>
                  <a:srgbClr val="52616A"/>
                </a:solidFill>
                <a:latin typeface="DejaVu Sans Mono"/>
                <a:ea typeface="DejaVu Sans Mono"/>
                <a:cs typeface="DejaVu Sans Mono"/>
              </a:defRPr>
            </a:lvl7pPr>
            <a:lvl8pPr>
              <a:defRPr sz="2700" b="0">
                <a:solidFill>
                  <a:srgbClr val="52616A"/>
                </a:solidFill>
                <a:latin typeface="DejaVu Sans Mono"/>
                <a:ea typeface="DejaVu Sans Mono"/>
                <a:cs typeface="DejaVu Sans Mono"/>
              </a:defRPr>
            </a:lvl8pPr>
            <a:lvl9pPr>
              <a:defRPr sz="2700" b="0">
                <a:solidFill>
                  <a:srgbClr val="52616A"/>
                </a:solidFill>
                <a:latin typeface="DejaVu Sans Mono"/>
                <a:ea typeface="DejaVu Sans Mono"/>
                <a:cs typeface="DejaVu Sans Mono"/>
              </a:defRPr>
            </a:lvl9pPr>
          </a:lstStyle>
          <a:p>
            <a:pPr>
              <a:defRPr sz="2700" b="0">
                <a:solidFill>
                  <a:srgbClr val="52616A"/>
                </a:solidFill>
                <a:latin typeface="DejaVu Sans Mono"/>
                <a:ea typeface="DejaVu Sans Mono"/>
                <a:cs typeface="DejaVu Sans Mono"/>
              </a:defRPr>
            </a:pPr>
            <a:r>
              <a:rPr sz="2700" b="0">
                <a:solidFill>
                  <a:srgbClr val="52616A"/>
                </a:solidFill>
                <a:latin typeface="DejaVu Sans Mono"/>
                <a:ea typeface="DejaVu Sans Mono"/>
                <a:cs typeface="DejaVu Sans Mono"/>
              </a:rPr>
              <a:t>bai_tap.py</a:t>
            </a:r>
            <a:endParaRPr/>
          </a:p>
          <a:p>
            <a:pPr>
              <a:defRPr sz="2700" b="0">
                <a:solidFill>
                  <a:srgbClr val="52616A"/>
                </a:solidFill>
                <a:latin typeface="DejaVu Sans Mono"/>
                <a:ea typeface="DejaVu Sans Mono"/>
                <a:cs typeface="DejaVu Sans Mono"/>
              </a:defRPr>
            </a:pPr>
            <a:r>
              <a:rPr sz="2700" b="0">
                <a:solidFill>
                  <a:srgbClr val="52616A"/>
                </a:solidFill>
                <a:latin typeface="DejaVu Sans Mono"/>
                <a:ea typeface="DejaVu Sans Mono"/>
                <a:cs typeface="DejaVu Sans Mono"/>
              </a:rPr>
              <a:t>bai_tap_final.py</a:t>
            </a:r>
            <a:endParaRPr/>
          </a:p>
          <a:p>
            <a:pPr>
              <a:defRPr sz="2700" b="0">
                <a:solidFill>
                  <a:srgbClr val="52616A"/>
                </a:solidFill>
                <a:latin typeface="DejaVu Sans Mono"/>
                <a:ea typeface="DejaVu Sans Mono"/>
                <a:cs typeface="DejaVu Sans Mono"/>
              </a:defRPr>
            </a:pPr>
            <a:r>
              <a:rPr sz="2700" b="0">
                <a:solidFill>
                  <a:srgbClr val="52616A"/>
                </a:solidFill>
                <a:latin typeface="DejaVu Sans Mono"/>
                <a:ea typeface="DejaVu Sans Mono"/>
                <a:cs typeface="DejaVu Sans Mono"/>
              </a:rPr>
              <a:t>bai_tap_final_v2.py</a:t>
            </a:r>
            <a:endParaRPr/>
          </a:p>
          <a:p>
            <a:pPr>
              <a:defRPr sz="2700" b="0">
                <a:solidFill>
                  <a:srgbClr val="52616A"/>
                </a:solidFill>
                <a:latin typeface="DejaVu Sans Mono"/>
                <a:ea typeface="DejaVu Sans Mono"/>
                <a:cs typeface="DejaVu Sans Mono"/>
              </a:defRPr>
            </a:pPr>
            <a:r>
              <a:rPr sz="2700" b="0">
                <a:solidFill>
                  <a:srgbClr val="52616A"/>
                </a:solidFill>
                <a:latin typeface="DejaVu Sans Mono"/>
                <a:ea typeface="DejaVu Sans Mono"/>
                <a:cs typeface="DejaVu Sans Mono"/>
              </a:rPr>
              <a:t>bai_tap_final_that.py</a:t>
            </a:r>
            <a:endParaRPr/>
          </a:p>
        </p:txBody>
      </p:sp>
      <p:sp>
        <p:nvSpPr>
          <p:cNvPr id="1959144976" name="text-27"/>
          <p:cNvSpPr>
            <a:spLocks noGrp="1"/>
          </p:cNvSpPr>
          <p:nvPr/>
        </p:nvSpPr>
        <p:spPr bwMode="auto">
          <a:xfrm>
            <a:off x="723900" y="4933950"/>
            <a:ext cx="10477500" cy="647700"/>
          </a:xfrm>
          <a:prstGeom prst="rect">
            <a:avLst/>
          </a:prstGeom>
          <a:noFill/>
          <a:ln w="0">
            <a:noFill/>
            <a:prstDash val="solid"/>
          </a:ln>
        </p:spPr>
        <p:txBody>
          <a:bodyPr wrap="square" lIns="0" tIns="0" rIns="0" bIns="0">
            <a:noAutofit/>
          </a:bodyPr>
          <a:lstStyle>
            <a:defPPr>
              <a:defRPr sz="3150" b="1">
                <a:solidFill>
                  <a:srgbClr val="D45B2C"/>
                </a:solidFill>
                <a:latin typeface="DejaVu Sans"/>
                <a:ea typeface="DejaVu Sans"/>
                <a:cs typeface="DejaVu Sans"/>
              </a:defRPr>
            </a:defPPr>
            <a:lvl1pPr>
              <a:defRPr sz="3150" b="1">
                <a:solidFill>
                  <a:srgbClr val="D45B2C"/>
                </a:solidFill>
                <a:latin typeface="DejaVu Sans"/>
                <a:ea typeface="DejaVu Sans"/>
                <a:cs typeface="DejaVu Sans"/>
              </a:defRPr>
            </a:lvl1pPr>
            <a:lvl2pPr>
              <a:defRPr sz="3150" b="1">
                <a:solidFill>
                  <a:srgbClr val="D45B2C"/>
                </a:solidFill>
                <a:latin typeface="DejaVu Sans"/>
                <a:ea typeface="DejaVu Sans"/>
                <a:cs typeface="DejaVu Sans"/>
              </a:defRPr>
            </a:lvl2pPr>
            <a:lvl3pPr>
              <a:defRPr sz="3150" b="1">
                <a:solidFill>
                  <a:srgbClr val="D45B2C"/>
                </a:solidFill>
                <a:latin typeface="DejaVu Sans"/>
                <a:ea typeface="DejaVu Sans"/>
                <a:cs typeface="DejaVu Sans"/>
              </a:defRPr>
            </a:lvl3pPr>
            <a:lvl4pPr>
              <a:defRPr sz="3150" b="1">
                <a:solidFill>
                  <a:srgbClr val="D45B2C"/>
                </a:solidFill>
                <a:latin typeface="DejaVu Sans"/>
                <a:ea typeface="DejaVu Sans"/>
                <a:cs typeface="DejaVu Sans"/>
              </a:defRPr>
            </a:lvl4pPr>
            <a:lvl5pPr>
              <a:defRPr sz="3150" b="1">
                <a:solidFill>
                  <a:srgbClr val="D45B2C"/>
                </a:solidFill>
                <a:latin typeface="DejaVu Sans"/>
                <a:ea typeface="DejaVu Sans"/>
                <a:cs typeface="DejaVu Sans"/>
              </a:defRPr>
            </a:lvl5pPr>
            <a:lvl6pPr>
              <a:defRPr sz="3150" b="1">
                <a:solidFill>
                  <a:srgbClr val="D45B2C"/>
                </a:solidFill>
                <a:latin typeface="DejaVu Sans"/>
                <a:ea typeface="DejaVu Sans"/>
                <a:cs typeface="DejaVu Sans"/>
              </a:defRPr>
            </a:lvl6pPr>
            <a:lvl7pPr>
              <a:defRPr sz="3150" b="1">
                <a:solidFill>
                  <a:srgbClr val="D45B2C"/>
                </a:solidFill>
                <a:latin typeface="DejaVu Sans"/>
                <a:ea typeface="DejaVu Sans"/>
                <a:cs typeface="DejaVu Sans"/>
              </a:defRPr>
            </a:lvl7pPr>
            <a:lvl8pPr>
              <a:defRPr sz="3150" b="1">
                <a:solidFill>
                  <a:srgbClr val="D45B2C"/>
                </a:solidFill>
                <a:latin typeface="DejaVu Sans"/>
                <a:ea typeface="DejaVu Sans"/>
                <a:cs typeface="DejaVu Sans"/>
              </a:defRPr>
            </a:lvl8pPr>
            <a:lvl9pPr>
              <a:defRPr sz="3150" b="1">
                <a:solidFill>
                  <a:srgbClr val="D45B2C"/>
                </a:solidFill>
                <a:latin typeface="DejaVu Sans"/>
                <a:ea typeface="DejaVu Sans"/>
                <a:cs typeface="DejaVu Sans"/>
              </a:defRPr>
            </a:lvl9pPr>
          </a:lstStyle>
          <a:p>
            <a:pPr>
              <a:defRPr sz="3150" b="1">
                <a:solidFill>
                  <a:srgbClr val="D45B2C"/>
                </a:solidFill>
                <a:latin typeface="DejaVu Sans"/>
                <a:ea typeface="DejaVu Sans"/>
                <a:cs typeface="DejaVu Sans"/>
              </a:defRPr>
            </a:pPr>
            <a:r>
              <a:rPr sz="3150" b="1">
                <a:solidFill>
                  <a:srgbClr val="D45B2C"/>
                </a:solidFill>
                <a:latin typeface="DejaVu Sans"/>
                <a:ea typeface="DejaVu Sans"/>
                <a:cs typeface="DejaVu Sans"/>
              </a:rPr>
              <a:t>Bản nào chạy đúng?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2033436267" name="text-28"/>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Git và GitHub</a:t>
            </a:r>
            <a:endParaRPr/>
          </a:p>
        </p:txBody>
      </p:sp>
      <p:sp>
        <p:nvSpPr>
          <p:cNvPr id="1200931625" name="text-29"/>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05</a:t>
            </a:r>
            <a:endParaRPr/>
          </a:p>
        </p:txBody>
      </p:sp>
      <p:sp>
        <p:nvSpPr>
          <p:cNvPr id="1289078903" name="text-30"/>
          <p:cNvSpPr>
            <a:spLocks noGrp="1"/>
          </p:cNvSpPr>
          <p:nvPr/>
        </p:nvSpPr>
        <p:spPr bwMode="auto">
          <a:xfrm>
            <a:off x="685800" y="2000250"/>
            <a:ext cx="4572000" cy="619125"/>
          </a:xfrm>
          <a:prstGeom prst="rect">
            <a:avLst/>
          </a:prstGeom>
          <a:noFill/>
          <a:ln w="0">
            <a:noFill/>
            <a:prstDash val="solid"/>
          </a:ln>
        </p:spPr>
        <p:txBody>
          <a:bodyPr wrap="square" lIns="0" tIns="0" rIns="0" bIns="0">
            <a:noAutofit/>
          </a:bodyPr>
          <a:lstStyle>
            <a:defPPr>
              <a:defRPr sz="4350" b="1">
                <a:solidFill>
                  <a:srgbClr val="D45B2C"/>
                </a:solidFill>
                <a:latin typeface="DejaVu Sans"/>
                <a:ea typeface="DejaVu Sans"/>
                <a:cs typeface="DejaVu Sans"/>
              </a:defRPr>
            </a:defPPr>
            <a:lvl1pPr>
              <a:defRPr sz="4350" b="1">
                <a:solidFill>
                  <a:srgbClr val="D45B2C"/>
                </a:solidFill>
                <a:latin typeface="DejaVu Sans"/>
                <a:ea typeface="DejaVu Sans"/>
                <a:cs typeface="DejaVu Sans"/>
              </a:defRPr>
            </a:lvl1pPr>
            <a:lvl2pPr>
              <a:defRPr sz="4350" b="1">
                <a:solidFill>
                  <a:srgbClr val="D45B2C"/>
                </a:solidFill>
                <a:latin typeface="DejaVu Sans"/>
                <a:ea typeface="DejaVu Sans"/>
                <a:cs typeface="DejaVu Sans"/>
              </a:defRPr>
            </a:lvl2pPr>
            <a:lvl3pPr>
              <a:defRPr sz="4350" b="1">
                <a:solidFill>
                  <a:srgbClr val="D45B2C"/>
                </a:solidFill>
                <a:latin typeface="DejaVu Sans"/>
                <a:ea typeface="DejaVu Sans"/>
                <a:cs typeface="DejaVu Sans"/>
              </a:defRPr>
            </a:lvl3pPr>
            <a:lvl4pPr>
              <a:defRPr sz="4350" b="1">
                <a:solidFill>
                  <a:srgbClr val="D45B2C"/>
                </a:solidFill>
                <a:latin typeface="DejaVu Sans"/>
                <a:ea typeface="DejaVu Sans"/>
                <a:cs typeface="DejaVu Sans"/>
              </a:defRPr>
            </a:lvl4pPr>
            <a:lvl5pPr>
              <a:defRPr sz="4350" b="1">
                <a:solidFill>
                  <a:srgbClr val="D45B2C"/>
                </a:solidFill>
                <a:latin typeface="DejaVu Sans"/>
                <a:ea typeface="DejaVu Sans"/>
                <a:cs typeface="DejaVu Sans"/>
              </a:defRPr>
            </a:lvl5pPr>
            <a:lvl6pPr>
              <a:defRPr sz="4350" b="1">
                <a:solidFill>
                  <a:srgbClr val="D45B2C"/>
                </a:solidFill>
                <a:latin typeface="DejaVu Sans"/>
                <a:ea typeface="DejaVu Sans"/>
                <a:cs typeface="DejaVu Sans"/>
              </a:defRPr>
            </a:lvl6pPr>
            <a:lvl7pPr>
              <a:defRPr sz="4350" b="1">
                <a:solidFill>
                  <a:srgbClr val="D45B2C"/>
                </a:solidFill>
                <a:latin typeface="DejaVu Sans"/>
                <a:ea typeface="DejaVu Sans"/>
                <a:cs typeface="DejaVu Sans"/>
              </a:defRPr>
            </a:lvl7pPr>
            <a:lvl8pPr>
              <a:defRPr sz="4350" b="1">
                <a:solidFill>
                  <a:srgbClr val="D45B2C"/>
                </a:solidFill>
                <a:latin typeface="DejaVu Sans"/>
                <a:ea typeface="DejaVu Sans"/>
                <a:cs typeface="DejaVu Sans"/>
              </a:defRPr>
            </a:lvl8pPr>
            <a:lvl9pPr>
              <a:defRPr sz="4350" b="1">
                <a:solidFill>
                  <a:srgbClr val="D45B2C"/>
                </a:solidFill>
                <a:latin typeface="DejaVu Sans"/>
                <a:ea typeface="DejaVu Sans"/>
                <a:cs typeface="DejaVu Sans"/>
              </a:defRPr>
            </a:lvl9pPr>
          </a:lstStyle>
          <a:p>
            <a:pPr>
              <a:defRPr sz="4350" b="1">
                <a:solidFill>
                  <a:srgbClr val="D45B2C"/>
                </a:solidFill>
                <a:latin typeface="DejaVu Sans"/>
                <a:ea typeface="DejaVu Sans"/>
                <a:cs typeface="DejaVu Sans"/>
              </a:defRPr>
            </a:pPr>
            <a:r>
              <a:rPr sz="4350" b="1">
                <a:solidFill>
                  <a:srgbClr val="D45B2C"/>
                </a:solidFill>
                <a:latin typeface="DejaVu Sans"/>
                <a:ea typeface="DejaVu Sans"/>
                <a:cs typeface="DejaVu Sans"/>
              </a:rPr>
              <a:t>Git</a:t>
            </a:r>
            <a:endParaRPr/>
          </a:p>
        </p:txBody>
      </p:sp>
      <p:sp>
        <p:nvSpPr>
          <p:cNvPr id="325651888" name="text-31"/>
          <p:cNvSpPr>
            <a:spLocks noGrp="1"/>
          </p:cNvSpPr>
          <p:nvPr/>
        </p:nvSpPr>
        <p:spPr bwMode="auto">
          <a:xfrm>
            <a:off x="685800" y="3476625"/>
            <a:ext cx="4762500" cy="1809750"/>
          </a:xfrm>
          <a:prstGeom prst="rect">
            <a:avLst/>
          </a:prstGeom>
          <a:noFill/>
          <a:ln w="0">
            <a:noFill/>
            <a:prstDash val="solid"/>
          </a:ln>
        </p:spPr>
        <p:txBody>
          <a:bodyPr wrap="square" lIns="0" tIns="0" rIns="0" bIns="0">
            <a:noAutofit/>
          </a:bodyPr>
          <a:lstStyle>
            <a:defPPr>
              <a:defRPr sz="2350" b="0">
                <a:solidFill>
                  <a:srgbClr val="172B39"/>
                </a:solidFill>
                <a:latin typeface="DejaVu Sans"/>
                <a:ea typeface="DejaVu Sans"/>
                <a:cs typeface="DejaVu Sans"/>
              </a:defRPr>
            </a:defPPr>
            <a:lvl1pPr>
              <a:defRPr sz="2350" b="0">
                <a:solidFill>
                  <a:srgbClr val="172B39"/>
                </a:solidFill>
                <a:latin typeface="DejaVu Sans"/>
                <a:ea typeface="DejaVu Sans"/>
                <a:cs typeface="DejaVu Sans"/>
              </a:defRPr>
            </a:lvl1pPr>
            <a:lvl2pPr>
              <a:defRPr sz="2350" b="0">
                <a:solidFill>
                  <a:srgbClr val="172B39"/>
                </a:solidFill>
                <a:latin typeface="DejaVu Sans"/>
                <a:ea typeface="DejaVu Sans"/>
                <a:cs typeface="DejaVu Sans"/>
              </a:defRPr>
            </a:lvl2pPr>
            <a:lvl3pPr>
              <a:defRPr sz="2350" b="0">
                <a:solidFill>
                  <a:srgbClr val="172B39"/>
                </a:solidFill>
                <a:latin typeface="DejaVu Sans"/>
                <a:ea typeface="DejaVu Sans"/>
                <a:cs typeface="DejaVu Sans"/>
              </a:defRPr>
            </a:lvl3pPr>
            <a:lvl4pPr>
              <a:defRPr sz="2350" b="0">
                <a:solidFill>
                  <a:srgbClr val="172B39"/>
                </a:solidFill>
                <a:latin typeface="DejaVu Sans"/>
                <a:ea typeface="DejaVu Sans"/>
                <a:cs typeface="DejaVu Sans"/>
              </a:defRPr>
            </a:lvl4pPr>
            <a:lvl5pPr>
              <a:defRPr sz="2350" b="0">
                <a:solidFill>
                  <a:srgbClr val="172B39"/>
                </a:solidFill>
                <a:latin typeface="DejaVu Sans"/>
                <a:ea typeface="DejaVu Sans"/>
                <a:cs typeface="DejaVu Sans"/>
              </a:defRPr>
            </a:lvl5pPr>
            <a:lvl6pPr>
              <a:defRPr sz="2350" b="0">
                <a:solidFill>
                  <a:srgbClr val="172B39"/>
                </a:solidFill>
                <a:latin typeface="DejaVu Sans"/>
                <a:ea typeface="DejaVu Sans"/>
                <a:cs typeface="DejaVu Sans"/>
              </a:defRPr>
            </a:lvl6pPr>
            <a:lvl7pPr>
              <a:defRPr sz="2350" b="0">
                <a:solidFill>
                  <a:srgbClr val="172B39"/>
                </a:solidFill>
                <a:latin typeface="DejaVu Sans"/>
                <a:ea typeface="DejaVu Sans"/>
                <a:cs typeface="DejaVu Sans"/>
              </a:defRPr>
            </a:lvl7pPr>
            <a:lvl8pPr>
              <a:defRPr sz="2350" b="0">
                <a:solidFill>
                  <a:srgbClr val="172B39"/>
                </a:solidFill>
                <a:latin typeface="DejaVu Sans"/>
                <a:ea typeface="DejaVu Sans"/>
                <a:cs typeface="DejaVu Sans"/>
              </a:defRPr>
            </a:lvl8pPr>
            <a:lvl9pPr>
              <a:defRPr sz="2350" b="0">
                <a:solidFill>
                  <a:srgbClr val="172B39"/>
                </a:solidFill>
                <a:latin typeface="DejaVu Sans"/>
                <a:ea typeface="DejaVu Sans"/>
                <a:cs typeface="DejaVu Sans"/>
              </a:defRPr>
            </a:lvl9pPr>
          </a:lstStyle>
          <a:p>
            <a:pPr>
              <a:defRPr sz="2350" b="0">
                <a:solidFill>
                  <a:srgbClr val="172B39"/>
                </a:solidFill>
                <a:latin typeface="DejaVu Sans"/>
                <a:ea typeface="DejaVu Sans"/>
                <a:cs typeface="DejaVu Sans"/>
              </a:defRPr>
            </a:pPr>
            <a:r>
              <a:rPr sz="2350" b="0">
                <a:solidFill>
                  <a:srgbClr val="172B39"/>
                </a:solidFill>
                <a:latin typeface="DejaVu Sans"/>
                <a:ea typeface="DejaVu Sans"/>
                <a:cs typeface="DejaVu Sans"/>
              </a:rPr>
              <a:t>Trên máy tính</a:t>
            </a:r>
            <a:endParaRPr/>
          </a:p>
          <a:p>
            <a:pPr>
              <a:defRPr sz="2350" b="0">
                <a:solidFill>
                  <a:srgbClr val="172B39"/>
                </a:solidFill>
                <a:latin typeface="DejaVu Sans"/>
                <a:ea typeface="DejaVu Sans"/>
                <a:cs typeface="DejaVu Sans"/>
              </a:defRPr>
            </a:pPr>
            <a:r>
              <a:rPr sz="2350" b="0">
                <a:solidFill>
                  <a:srgbClr val="172B39"/>
                </a:solidFill>
                <a:latin typeface="DejaVu Sans"/>
                <a:ea typeface="DejaVu Sans"/>
                <a:cs typeface="DejaVu Sans"/>
              </a:rPr>
              <a:t>Lưu lịch sử thay đổi</a:t>
            </a:r>
            <a:endParaRPr/>
          </a:p>
          <a:p>
            <a:pPr>
              <a:defRPr sz="2350" b="0">
                <a:solidFill>
                  <a:srgbClr val="172B39"/>
                </a:solidFill>
                <a:latin typeface="DejaVu Sans"/>
                <a:ea typeface="DejaVu Sans"/>
                <a:cs typeface="DejaVu Sans"/>
              </a:defRPr>
            </a:pPr>
            <a:r>
              <a:rPr sz="2350" b="0">
                <a:solidFill>
                  <a:srgbClr val="172B39"/>
                </a:solidFill>
                <a:latin typeface="DejaVu Sans"/>
                <a:ea typeface="DejaVu Sans"/>
                <a:cs typeface="DejaVu Sans"/>
              </a:rPr>
              <a:t>Tạo commit</a:t>
            </a:r>
            <a:endParaRPr/>
          </a:p>
        </p:txBody>
      </p:sp>
      <p:sp>
        <p:nvSpPr>
          <p:cNvPr id="1831127535" name="text-32"/>
          <p:cNvSpPr>
            <a:spLocks noGrp="1"/>
          </p:cNvSpPr>
          <p:nvPr/>
        </p:nvSpPr>
        <p:spPr bwMode="auto">
          <a:xfrm>
            <a:off x="6572250" y="2000250"/>
            <a:ext cx="4667250" cy="619125"/>
          </a:xfrm>
          <a:prstGeom prst="rect">
            <a:avLst/>
          </a:prstGeom>
          <a:noFill/>
          <a:ln w="0">
            <a:noFill/>
            <a:prstDash val="solid"/>
          </a:ln>
        </p:spPr>
        <p:txBody>
          <a:bodyPr wrap="square" lIns="0" tIns="0" rIns="0" bIns="0">
            <a:noAutofit/>
          </a:bodyPr>
          <a:lstStyle>
            <a:defPPr>
              <a:defRPr sz="3600" b="1">
                <a:solidFill>
                  <a:srgbClr val="306998"/>
                </a:solidFill>
                <a:latin typeface="DejaVu Sans"/>
                <a:ea typeface="DejaVu Sans"/>
                <a:cs typeface="DejaVu Sans"/>
              </a:defRPr>
            </a:defPPr>
            <a:lvl1pPr>
              <a:defRPr sz="3600" b="1">
                <a:solidFill>
                  <a:srgbClr val="306998"/>
                </a:solidFill>
                <a:latin typeface="DejaVu Sans"/>
                <a:ea typeface="DejaVu Sans"/>
                <a:cs typeface="DejaVu Sans"/>
              </a:defRPr>
            </a:lvl1pPr>
            <a:lvl2pPr>
              <a:defRPr sz="3600" b="1">
                <a:solidFill>
                  <a:srgbClr val="306998"/>
                </a:solidFill>
                <a:latin typeface="DejaVu Sans"/>
                <a:ea typeface="DejaVu Sans"/>
                <a:cs typeface="DejaVu Sans"/>
              </a:defRPr>
            </a:lvl2pPr>
            <a:lvl3pPr>
              <a:defRPr sz="3600" b="1">
                <a:solidFill>
                  <a:srgbClr val="306998"/>
                </a:solidFill>
                <a:latin typeface="DejaVu Sans"/>
                <a:ea typeface="DejaVu Sans"/>
                <a:cs typeface="DejaVu Sans"/>
              </a:defRPr>
            </a:lvl3pPr>
            <a:lvl4pPr>
              <a:defRPr sz="3600" b="1">
                <a:solidFill>
                  <a:srgbClr val="306998"/>
                </a:solidFill>
                <a:latin typeface="DejaVu Sans"/>
                <a:ea typeface="DejaVu Sans"/>
                <a:cs typeface="DejaVu Sans"/>
              </a:defRPr>
            </a:lvl4pPr>
            <a:lvl5pPr>
              <a:defRPr sz="3600" b="1">
                <a:solidFill>
                  <a:srgbClr val="306998"/>
                </a:solidFill>
                <a:latin typeface="DejaVu Sans"/>
                <a:ea typeface="DejaVu Sans"/>
                <a:cs typeface="DejaVu Sans"/>
              </a:defRPr>
            </a:lvl5pPr>
            <a:lvl6pPr>
              <a:defRPr sz="3600" b="1">
                <a:solidFill>
                  <a:srgbClr val="306998"/>
                </a:solidFill>
                <a:latin typeface="DejaVu Sans"/>
                <a:ea typeface="DejaVu Sans"/>
                <a:cs typeface="DejaVu Sans"/>
              </a:defRPr>
            </a:lvl6pPr>
            <a:lvl7pPr>
              <a:defRPr sz="3600" b="1">
                <a:solidFill>
                  <a:srgbClr val="306998"/>
                </a:solidFill>
                <a:latin typeface="DejaVu Sans"/>
                <a:ea typeface="DejaVu Sans"/>
                <a:cs typeface="DejaVu Sans"/>
              </a:defRPr>
            </a:lvl7pPr>
            <a:lvl8pPr>
              <a:defRPr sz="3600" b="1">
                <a:solidFill>
                  <a:srgbClr val="306998"/>
                </a:solidFill>
                <a:latin typeface="DejaVu Sans"/>
                <a:ea typeface="DejaVu Sans"/>
                <a:cs typeface="DejaVu Sans"/>
              </a:defRPr>
            </a:lvl8pPr>
            <a:lvl9pPr>
              <a:defRPr sz="3600" b="1">
                <a:solidFill>
                  <a:srgbClr val="306998"/>
                </a:solidFill>
                <a:latin typeface="DejaVu Sans"/>
                <a:ea typeface="DejaVu Sans"/>
                <a:cs typeface="DejaVu Sans"/>
              </a:defRPr>
            </a:lvl9pPr>
          </a:lstStyle>
          <a:p>
            <a:pPr>
              <a:defRPr sz="3600" b="1">
                <a:solidFill>
                  <a:srgbClr val="306998"/>
                </a:solidFill>
                <a:latin typeface="DejaVu Sans"/>
                <a:ea typeface="DejaVu Sans"/>
                <a:cs typeface="DejaVu Sans"/>
              </a:defRPr>
            </a:pPr>
            <a:r>
              <a:rPr sz="3600" b="1">
                <a:solidFill>
                  <a:srgbClr val="306998"/>
                </a:solidFill>
                <a:latin typeface="DejaVu Sans"/>
                <a:ea typeface="DejaVu Sans"/>
                <a:cs typeface="DejaVu Sans"/>
              </a:rPr>
              <a:t>GitHub</a:t>
            </a:r>
            <a:endParaRPr/>
          </a:p>
        </p:txBody>
      </p:sp>
      <p:sp>
        <p:nvSpPr>
          <p:cNvPr id="1674048331" name="text-33"/>
          <p:cNvSpPr>
            <a:spLocks noGrp="1"/>
          </p:cNvSpPr>
          <p:nvPr/>
        </p:nvSpPr>
        <p:spPr bwMode="auto">
          <a:xfrm>
            <a:off x="6572250" y="3476625"/>
            <a:ext cx="4762500" cy="1809750"/>
          </a:xfrm>
          <a:prstGeom prst="rect">
            <a:avLst/>
          </a:prstGeom>
          <a:noFill/>
          <a:ln w="0">
            <a:noFill/>
            <a:prstDash val="solid"/>
          </a:ln>
        </p:spPr>
        <p:txBody>
          <a:bodyPr wrap="square" lIns="0" tIns="0" rIns="0" bIns="0">
            <a:noAutofit/>
          </a:bodyPr>
          <a:lstStyle>
            <a:defPPr>
              <a:defRPr sz="2350" b="0">
                <a:solidFill>
                  <a:srgbClr val="172B39"/>
                </a:solidFill>
                <a:latin typeface="DejaVu Sans"/>
                <a:ea typeface="DejaVu Sans"/>
                <a:cs typeface="DejaVu Sans"/>
              </a:defRPr>
            </a:defPPr>
            <a:lvl1pPr>
              <a:defRPr sz="2350" b="0">
                <a:solidFill>
                  <a:srgbClr val="172B39"/>
                </a:solidFill>
                <a:latin typeface="DejaVu Sans"/>
                <a:ea typeface="DejaVu Sans"/>
                <a:cs typeface="DejaVu Sans"/>
              </a:defRPr>
            </a:lvl1pPr>
            <a:lvl2pPr>
              <a:defRPr sz="2350" b="0">
                <a:solidFill>
                  <a:srgbClr val="172B39"/>
                </a:solidFill>
                <a:latin typeface="DejaVu Sans"/>
                <a:ea typeface="DejaVu Sans"/>
                <a:cs typeface="DejaVu Sans"/>
              </a:defRPr>
            </a:lvl2pPr>
            <a:lvl3pPr>
              <a:defRPr sz="2350" b="0">
                <a:solidFill>
                  <a:srgbClr val="172B39"/>
                </a:solidFill>
                <a:latin typeface="DejaVu Sans"/>
                <a:ea typeface="DejaVu Sans"/>
                <a:cs typeface="DejaVu Sans"/>
              </a:defRPr>
            </a:lvl3pPr>
            <a:lvl4pPr>
              <a:defRPr sz="2350" b="0">
                <a:solidFill>
                  <a:srgbClr val="172B39"/>
                </a:solidFill>
                <a:latin typeface="DejaVu Sans"/>
                <a:ea typeface="DejaVu Sans"/>
                <a:cs typeface="DejaVu Sans"/>
              </a:defRPr>
            </a:lvl4pPr>
            <a:lvl5pPr>
              <a:defRPr sz="2350" b="0">
                <a:solidFill>
                  <a:srgbClr val="172B39"/>
                </a:solidFill>
                <a:latin typeface="DejaVu Sans"/>
                <a:ea typeface="DejaVu Sans"/>
                <a:cs typeface="DejaVu Sans"/>
              </a:defRPr>
            </a:lvl5pPr>
            <a:lvl6pPr>
              <a:defRPr sz="2350" b="0">
                <a:solidFill>
                  <a:srgbClr val="172B39"/>
                </a:solidFill>
                <a:latin typeface="DejaVu Sans"/>
                <a:ea typeface="DejaVu Sans"/>
                <a:cs typeface="DejaVu Sans"/>
              </a:defRPr>
            </a:lvl6pPr>
            <a:lvl7pPr>
              <a:defRPr sz="2350" b="0">
                <a:solidFill>
                  <a:srgbClr val="172B39"/>
                </a:solidFill>
                <a:latin typeface="DejaVu Sans"/>
                <a:ea typeface="DejaVu Sans"/>
                <a:cs typeface="DejaVu Sans"/>
              </a:defRPr>
            </a:lvl7pPr>
            <a:lvl8pPr>
              <a:defRPr sz="2350" b="0">
                <a:solidFill>
                  <a:srgbClr val="172B39"/>
                </a:solidFill>
                <a:latin typeface="DejaVu Sans"/>
                <a:ea typeface="DejaVu Sans"/>
                <a:cs typeface="DejaVu Sans"/>
              </a:defRPr>
            </a:lvl8pPr>
            <a:lvl9pPr>
              <a:defRPr sz="2350" b="0">
                <a:solidFill>
                  <a:srgbClr val="172B39"/>
                </a:solidFill>
                <a:latin typeface="DejaVu Sans"/>
                <a:ea typeface="DejaVu Sans"/>
                <a:cs typeface="DejaVu Sans"/>
              </a:defRPr>
            </a:lvl9pPr>
          </a:lstStyle>
          <a:p>
            <a:pPr>
              <a:defRPr sz="2350" b="0">
                <a:solidFill>
                  <a:srgbClr val="172B39"/>
                </a:solidFill>
                <a:latin typeface="DejaVu Sans"/>
                <a:ea typeface="DejaVu Sans"/>
                <a:cs typeface="DejaVu Sans"/>
              </a:defRPr>
            </a:pPr>
            <a:r>
              <a:rPr sz="2350" b="0">
                <a:solidFill>
                  <a:srgbClr val="172B39"/>
                </a:solidFill>
                <a:latin typeface="DejaVu Sans"/>
                <a:ea typeface="DejaVu Sans"/>
                <a:cs typeface="DejaVu Sans"/>
              </a:rPr>
              <a:t>Repository trên Internet</a:t>
            </a:r>
            <a:endParaRPr/>
          </a:p>
          <a:p>
            <a:pPr>
              <a:defRPr sz="2350" b="0">
                <a:solidFill>
                  <a:srgbClr val="172B39"/>
                </a:solidFill>
                <a:latin typeface="DejaVu Sans"/>
                <a:ea typeface="DejaVu Sans"/>
                <a:cs typeface="DejaVu Sans"/>
              </a:defRPr>
            </a:pPr>
            <a:r>
              <a:rPr sz="2350" b="0">
                <a:solidFill>
                  <a:srgbClr val="172B39"/>
                </a:solidFill>
                <a:latin typeface="DejaVu Sans"/>
                <a:ea typeface="DejaVu Sans"/>
                <a:cs typeface="DejaVu Sans"/>
              </a:rPr>
              <a:t>Nhận commit đã push</a:t>
            </a:r>
            <a:endParaRPr/>
          </a:p>
          <a:p>
            <a:pPr>
              <a:defRPr sz="2350" b="0">
                <a:solidFill>
                  <a:srgbClr val="172B39"/>
                </a:solidFill>
                <a:latin typeface="DejaVu Sans"/>
                <a:ea typeface="DejaVu Sans"/>
                <a:cs typeface="DejaVu Sans"/>
              </a:defRPr>
            </a:pPr>
            <a:r>
              <a:rPr sz="2350" b="0">
                <a:solidFill>
                  <a:srgbClr val="172B39"/>
                </a:solidFill>
                <a:latin typeface="DejaVu Sans"/>
                <a:ea typeface="DejaVu Sans"/>
                <a:cs typeface="DejaVu Sans"/>
              </a:rPr>
              <a:t>Chia sẻ và cộng tác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cxnSp>
        <p:nvCxnSpPr>
          <p:cNvPr id="888446434" name=""/>
          <p:cNvCxnSpPr>
            <a:stCxn id="1804515002" idx="3"/>
            <a:endCxn id="1060198402" idx="1"/>
          </p:cNvCxnSpPr>
          <p:nvPr/>
        </p:nvCxnSpPr>
        <p:spPr bwMode="auto">
          <a:xfrm>
            <a:off x="8696325" y="3000375"/>
            <a:ext cx="542925" cy="0"/>
          </a:xfrm>
          <a:prstGeom prst="straightConnector1">
            <a:avLst/>
          </a:prstGeom>
          <a:ln w="28575">
            <a:solidFill>
              <a:srgbClr val="D45B2C"/>
            </a:solidFill>
            <a:prstDash val="solid"/>
            <a:tailEnd type="arrow" w="med" len="med"/>
          </a:ln>
        </p:spPr>
      </p:cxnSp>
      <p:cxnSp>
        <p:nvCxnSpPr>
          <p:cNvPr id="296335652" name=""/>
          <p:cNvCxnSpPr>
            <a:stCxn id="778713241" idx="3"/>
            <a:endCxn id="1804515002" idx="1"/>
          </p:cNvCxnSpPr>
          <p:nvPr/>
        </p:nvCxnSpPr>
        <p:spPr bwMode="auto">
          <a:xfrm>
            <a:off x="5819775" y="3000375"/>
            <a:ext cx="542925" cy="0"/>
          </a:xfrm>
          <a:prstGeom prst="straightConnector1">
            <a:avLst/>
          </a:prstGeom>
          <a:ln w="28575">
            <a:solidFill>
              <a:srgbClr val="D45B2C"/>
            </a:solidFill>
            <a:prstDash val="solid"/>
            <a:tailEnd type="arrow" w="med" len="med"/>
          </a:ln>
        </p:spPr>
      </p:cxnSp>
      <p:cxnSp>
        <p:nvCxnSpPr>
          <p:cNvPr id="1171931582" name=""/>
          <p:cNvCxnSpPr>
            <a:stCxn id="435656274" idx="3"/>
            <a:endCxn id="778713241" idx="1"/>
          </p:cNvCxnSpPr>
          <p:nvPr/>
        </p:nvCxnSpPr>
        <p:spPr bwMode="auto">
          <a:xfrm>
            <a:off x="2943225" y="3000375"/>
            <a:ext cx="542925" cy="0"/>
          </a:xfrm>
          <a:prstGeom prst="straightConnector1">
            <a:avLst/>
          </a:prstGeom>
          <a:ln w="28575">
            <a:solidFill>
              <a:srgbClr val="D45B2C"/>
            </a:solidFill>
            <a:prstDash val="solid"/>
            <a:tailEnd type="arrow" w="med" len="med"/>
          </a:ln>
        </p:spPr>
      </p:cxnSp>
      <p:sp>
        <p:nvSpPr>
          <p:cNvPr id="1409358596" name="text-34"/>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Một lần lưu và gửi bài bằng Git</a:t>
            </a:r>
            <a:endParaRPr/>
          </a:p>
        </p:txBody>
      </p:sp>
      <p:sp>
        <p:nvSpPr>
          <p:cNvPr id="431740536" name="text-35"/>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06</a:t>
            </a:r>
            <a:endParaRPr/>
          </a:p>
        </p:txBody>
      </p:sp>
      <p:sp>
        <p:nvSpPr>
          <p:cNvPr id="435656274" name="surface-36"/>
          <p:cNvSpPr>
            <a:spLocks noGrp="1"/>
          </p:cNvSpPr>
          <p:nvPr/>
        </p:nvSpPr>
        <p:spPr bwMode="auto">
          <a:xfrm>
            <a:off x="609600" y="2381250"/>
            <a:ext cx="2333625" cy="1238250"/>
          </a:xfrm>
          <a:prstGeom prst="rect">
            <a:avLst/>
          </a:prstGeom>
          <a:solidFill>
            <a:srgbClr val="EAEDE9"/>
          </a:solidFill>
          <a:ln w="0">
            <a:noFill/>
            <a:prstDash val="solid"/>
          </a:ln>
        </p:spPr>
      </p:sp>
      <p:sp>
        <p:nvSpPr>
          <p:cNvPr id="960224743" name="text-37"/>
          <p:cNvSpPr>
            <a:spLocks noGrp="1"/>
          </p:cNvSpPr>
          <p:nvPr/>
        </p:nvSpPr>
        <p:spPr bwMode="auto">
          <a:xfrm>
            <a:off x="781050" y="2552700"/>
            <a:ext cx="1990725" cy="933450"/>
          </a:xfrm>
          <a:prstGeom prst="rect">
            <a:avLst/>
          </a:prstGeom>
          <a:noFill/>
          <a:ln w="0">
            <a:noFill/>
            <a:prstDash val="solid"/>
          </a:ln>
        </p:spPr>
        <p:txBody>
          <a:bodyPr wrap="square" lIns="0" tIns="0" rIns="0" bIns="0">
            <a:noAutofit/>
          </a:bodyPr>
          <a:lstStyle>
            <a:defPPr>
              <a:defRPr sz="2050" b="1">
                <a:solidFill>
                  <a:srgbClr val="172B39"/>
                </a:solidFill>
                <a:latin typeface="DejaVu Sans"/>
                <a:ea typeface="DejaVu Sans"/>
                <a:cs typeface="DejaVu Sans"/>
              </a:defRPr>
            </a:defPPr>
            <a:lvl1pPr>
              <a:defRPr sz="2050" b="1">
                <a:solidFill>
                  <a:srgbClr val="172B39"/>
                </a:solidFill>
                <a:latin typeface="DejaVu Sans"/>
                <a:ea typeface="DejaVu Sans"/>
                <a:cs typeface="DejaVu Sans"/>
              </a:defRPr>
            </a:lvl1pPr>
            <a:lvl2pPr>
              <a:defRPr sz="2050" b="1">
                <a:solidFill>
                  <a:srgbClr val="172B39"/>
                </a:solidFill>
                <a:latin typeface="DejaVu Sans"/>
                <a:ea typeface="DejaVu Sans"/>
                <a:cs typeface="DejaVu Sans"/>
              </a:defRPr>
            </a:lvl2pPr>
            <a:lvl3pPr>
              <a:defRPr sz="2050" b="1">
                <a:solidFill>
                  <a:srgbClr val="172B39"/>
                </a:solidFill>
                <a:latin typeface="DejaVu Sans"/>
                <a:ea typeface="DejaVu Sans"/>
                <a:cs typeface="DejaVu Sans"/>
              </a:defRPr>
            </a:lvl3pPr>
            <a:lvl4pPr>
              <a:defRPr sz="2050" b="1">
                <a:solidFill>
                  <a:srgbClr val="172B39"/>
                </a:solidFill>
                <a:latin typeface="DejaVu Sans"/>
                <a:ea typeface="DejaVu Sans"/>
                <a:cs typeface="DejaVu Sans"/>
              </a:defRPr>
            </a:lvl4pPr>
            <a:lvl5pPr>
              <a:defRPr sz="2050" b="1">
                <a:solidFill>
                  <a:srgbClr val="172B39"/>
                </a:solidFill>
                <a:latin typeface="DejaVu Sans"/>
                <a:ea typeface="DejaVu Sans"/>
                <a:cs typeface="DejaVu Sans"/>
              </a:defRPr>
            </a:lvl5pPr>
            <a:lvl6pPr>
              <a:defRPr sz="2050" b="1">
                <a:solidFill>
                  <a:srgbClr val="172B39"/>
                </a:solidFill>
                <a:latin typeface="DejaVu Sans"/>
                <a:ea typeface="DejaVu Sans"/>
                <a:cs typeface="DejaVu Sans"/>
              </a:defRPr>
            </a:lvl6pPr>
            <a:lvl7pPr>
              <a:defRPr sz="2050" b="1">
                <a:solidFill>
                  <a:srgbClr val="172B39"/>
                </a:solidFill>
                <a:latin typeface="DejaVu Sans"/>
                <a:ea typeface="DejaVu Sans"/>
                <a:cs typeface="DejaVu Sans"/>
              </a:defRPr>
            </a:lvl7pPr>
            <a:lvl8pPr>
              <a:defRPr sz="2050" b="1">
                <a:solidFill>
                  <a:srgbClr val="172B39"/>
                </a:solidFill>
                <a:latin typeface="DejaVu Sans"/>
                <a:ea typeface="DejaVu Sans"/>
                <a:cs typeface="DejaVu Sans"/>
              </a:defRPr>
            </a:lvl8pPr>
            <a:lvl9pPr>
              <a:defRPr sz="2050" b="1">
                <a:solidFill>
                  <a:srgbClr val="172B39"/>
                </a:solidFill>
                <a:latin typeface="DejaVu Sans"/>
                <a:ea typeface="DejaVu Sans"/>
                <a:cs typeface="DejaVu Sans"/>
              </a:defRPr>
            </a:lvl9pPr>
          </a:lstStyle>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File</a:t>
            </a:r>
            <a:endParaRPr/>
          </a:p>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đang sửa</a:t>
            </a:r>
            <a:endParaRPr/>
          </a:p>
        </p:txBody>
      </p:sp>
      <p:sp>
        <p:nvSpPr>
          <p:cNvPr id="778713241" name="surface-38"/>
          <p:cNvSpPr>
            <a:spLocks noGrp="1"/>
          </p:cNvSpPr>
          <p:nvPr/>
        </p:nvSpPr>
        <p:spPr bwMode="auto">
          <a:xfrm>
            <a:off x="3486150" y="2381250"/>
            <a:ext cx="2333625" cy="1238250"/>
          </a:xfrm>
          <a:prstGeom prst="rect">
            <a:avLst/>
          </a:prstGeom>
          <a:solidFill>
            <a:srgbClr val="EAEDE9"/>
          </a:solidFill>
          <a:ln w="0">
            <a:noFill/>
            <a:prstDash val="solid"/>
          </a:ln>
        </p:spPr>
      </p:sp>
      <p:sp>
        <p:nvSpPr>
          <p:cNvPr id="1717372056" name="text-39"/>
          <p:cNvSpPr>
            <a:spLocks noGrp="1"/>
          </p:cNvSpPr>
          <p:nvPr/>
        </p:nvSpPr>
        <p:spPr bwMode="auto">
          <a:xfrm>
            <a:off x="3657600" y="2552700"/>
            <a:ext cx="1990725" cy="933450"/>
          </a:xfrm>
          <a:prstGeom prst="rect">
            <a:avLst/>
          </a:prstGeom>
          <a:noFill/>
          <a:ln w="0">
            <a:noFill/>
            <a:prstDash val="solid"/>
          </a:ln>
        </p:spPr>
        <p:txBody>
          <a:bodyPr wrap="square" lIns="0" tIns="0" rIns="0" bIns="0">
            <a:noAutofit/>
          </a:bodyPr>
          <a:lstStyle>
            <a:defPPr>
              <a:defRPr sz="2050" b="1">
                <a:solidFill>
                  <a:srgbClr val="172B39"/>
                </a:solidFill>
                <a:latin typeface="DejaVu Sans"/>
                <a:ea typeface="DejaVu Sans"/>
                <a:cs typeface="DejaVu Sans"/>
              </a:defRPr>
            </a:defPPr>
            <a:lvl1pPr>
              <a:defRPr sz="2050" b="1">
                <a:solidFill>
                  <a:srgbClr val="172B39"/>
                </a:solidFill>
                <a:latin typeface="DejaVu Sans"/>
                <a:ea typeface="DejaVu Sans"/>
                <a:cs typeface="DejaVu Sans"/>
              </a:defRPr>
            </a:lvl1pPr>
            <a:lvl2pPr>
              <a:defRPr sz="2050" b="1">
                <a:solidFill>
                  <a:srgbClr val="172B39"/>
                </a:solidFill>
                <a:latin typeface="DejaVu Sans"/>
                <a:ea typeface="DejaVu Sans"/>
                <a:cs typeface="DejaVu Sans"/>
              </a:defRPr>
            </a:lvl2pPr>
            <a:lvl3pPr>
              <a:defRPr sz="2050" b="1">
                <a:solidFill>
                  <a:srgbClr val="172B39"/>
                </a:solidFill>
                <a:latin typeface="DejaVu Sans"/>
                <a:ea typeface="DejaVu Sans"/>
                <a:cs typeface="DejaVu Sans"/>
              </a:defRPr>
            </a:lvl3pPr>
            <a:lvl4pPr>
              <a:defRPr sz="2050" b="1">
                <a:solidFill>
                  <a:srgbClr val="172B39"/>
                </a:solidFill>
                <a:latin typeface="DejaVu Sans"/>
                <a:ea typeface="DejaVu Sans"/>
                <a:cs typeface="DejaVu Sans"/>
              </a:defRPr>
            </a:lvl4pPr>
            <a:lvl5pPr>
              <a:defRPr sz="2050" b="1">
                <a:solidFill>
                  <a:srgbClr val="172B39"/>
                </a:solidFill>
                <a:latin typeface="DejaVu Sans"/>
                <a:ea typeface="DejaVu Sans"/>
                <a:cs typeface="DejaVu Sans"/>
              </a:defRPr>
            </a:lvl5pPr>
            <a:lvl6pPr>
              <a:defRPr sz="2050" b="1">
                <a:solidFill>
                  <a:srgbClr val="172B39"/>
                </a:solidFill>
                <a:latin typeface="DejaVu Sans"/>
                <a:ea typeface="DejaVu Sans"/>
                <a:cs typeface="DejaVu Sans"/>
              </a:defRPr>
            </a:lvl6pPr>
            <a:lvl7pPr>
              <a:defRPr sz="2050" b="1">
                <a:solidFill>
                  <a:srgbClr val="172B39"/>
                </a:solidFill>
                <a:latin typeface="DejaVu Sans"/>
                <a:ea typeface="DejaVu Sans"/>
                <a:cs typeface="DejaVu Sans"/>
              </a:defRPr>
            </a:lvl7pPr>
            <a:lvl8pPr>
              <a:defRPr sz="2050" b="1">
                <a:solidFill>
                  <a:srgbClr val="172B39"/>
                </a:solidFill>
                <a:latin typeface="DejaVu Sans"/>
                <a:ea typeface="DejaVu Sans"/>
                <a:cs typeface="DejaVu Sans"/>
              </a:defRPr>
            </a:lvl8pPr>
            <a:lvl9pPr>
              <a:defRPr sz="2050" b="1">
                <a:solidFill>
                  <a:srgbClr val="172B39"/>
                </a:solidFill>
                <a:latin typeface="DejaVu Sans"/>
                <a:ea typeface="DejaVu Sans"/>
                <a:cs typeface="DejaVu Sans"/>
              </a:defRPr>
            </a:lvl9pPr>
          </a:lstStyle>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Thay đổi</a:t>
            </a:r>
            <a:endParaRPr/>
          </a:p>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đã chọn</a:t>
            </a:r>
            <a:endParaRPr/>
          </a:p>
        </p:txBody>
      </p:sp>
      <p:sp>
        <p:nvSpPr>
          <p:cNvPr id="1804515002" name="surface-40"/>
          <p:cNvSpPr>
            <a:spLocks noGrp="1"/>
          </p:cNvSpPr>
          <p:nvPr/>
        </p:nvSpPr>
        <p:spPr bwMode="auto">
          <a:xfrm>
            <a:off x="6362700" y="2381250"/>
            <a:ext cx="2333625" cy="1238250"/>
          </a:xfrm>
          <a:prstGeom prst="rect">
            <a:avLst/>
          </a:prstGeom>
          <a:solidFill>
            <a:srgbClr val="EAEDE9"/>
          </a:solidFill>
          <a:ln w="0">
            <a:noFill/>
            <a:prstDash val="solid"/>
          </a:ln>
        </p:spPr>
      </p:sp>
      <p:sp>
        <p:nvSpPr>
          <p:cNvPr id="1455542972" name="text-41"/>
          <p:cNvSpPr>
            <a:spLocks noGrp="1"/>
          </p:cNvSpPr>
          <p:nvPr/>
        </p:nvSpPr>
        <p:spPr bwMode="auto">
          <a:xfrm>
            <a:off x="6534150" y="2552700"/>
            <a:ext cx="1990725" cy="933450"/>
          </a:xfrm>
          <a:prstGeom prst="rect">
            <a:avLst/>
          </a:prstGeom>
          <a:noFill/>
          <a:ln w="0">
            <a:noFill/>
            <a:prstDash val="solid"/>
          </a:ln>
        </p:spPr>
        <p:txBody>
          <a:bodyPr wrap="square" lIns="0" tIns="0" rIns="0" bIns="0">
            <a:noAutofit/>
          </a:bodyPr>
          <a:lstStyle>
            <a:defPPr>
              <a:defRPr sz="2050" b="1">
                <a:solidFill>
                  <a:srgbClr val="172B39"/>
                </a:solidFill>
                <a:latin typeface="DejaVu Sans"/>
                <a:ea typeface="DejaVu Sans"/>
                <a:cs typeface="DejaVu Sans"/>
              </a:defRPr>
            </a:defPPr>
            <a:lvl1pPr>
              <a:defRPr sz="2050" b="1">
                <a:solidFill>
                  <a:srgbClr val="172B39"/>
                </a:solidFill>
                <a:latin typeface="DejaVu Sans"/>
                <a:ea typeface="DejaVu Sans"/>
                <a:cs typeface="DejaVu Sans"/>
              </a:defRPr>
            </a:lvl1pPr>
            <a:lvl2pPr>
              <a:defRPr sz="2050" b="1">
                <a:solidFill>
                  <a:srgbClr val="172B39"/>
                </a:solidFill>
                <a:latin typeface="DejaVu Sans"/>
                <a:ea typeface="DejaVu Sans"/>
                <a:cs typeface="DejaVu Sans"/>
              </a:defRPr>
            </a:lvl2pPr>
            <a:lvl3pPr>
              <a:defRPr sz="2050" b="1">
                <a:solidFill>
                  <a:srgbClr val="172B39"/>
                </a:solidFill>
                <a:latin typeface="DejaVu Sans"/>
                <a:ea typeface="DejaVu Sans"/>
                <a:cs typeface="DejaVu Sans"/>
              </a:defRPr>
            </a:lvl3pPr>
            <a:lvl4pPr>
              <a:defRPr sz="2050" b="1">
                <a:solidFill>
                  <a:srgbClr val="172B39"/>
                </a:solidFill>
                <a:latin typeface="DejaVu Sans"/>
                <a:ea typeface="DejaVu Sans"/>
                <a:cs typeface="DejaVu Sans"/>
              </a:defRPr>
            </a:lvl4pPr>
            <a:lvl5pPr>
              <a:defRPr sz="2050" b="1">
                <a:solidFill>
                  <a:srgbClr val="172B39"/>
                </a:solidFill>
                <a:latin typeface="DejaVu Sans"/>
                <a:ea typeface="DejaVu Sans"/>
                <a:cs typeface="DejaVu Sans"/>
              </a:defRPr>
            </a:lvl5pPr>
            <a:lvl6pPr>
              <a:defRPr sz="2050" b="1">
                <a:solidFill>
                  <a:srgbClr val="172B39"/>
                </a:solidFill>
                <a:latin typeface="DejaVu Sans"/>
                <a:ea typeface="DejaVu Sans"/>
                <a:cs typeface="DejaVu Sans"/>
              </a:defRPr>
            </a:lvl6pPr>
            <a:lvl7pPr>
              <a:defRPr sz="2050" b="1">
                <a:solidFill>
                  <a:srgbClr val="172B39"/>
                </a:solidFill>
                <a:latin typeface="DejaVu Sans"/>
                <a:ea typeface="DejaVu Sans"/>
                <a:cs typeface="DejaVu Sans"/>
              </a:defRPr>
            </a:lvl7pPr>
            <a:lvl8pPr>
              <a:defRPr sz="2050" b="1">
                <a:solidFill>
                  <a:srgbClr val="172B39"/>
                </a:solidFill>
                <a:latin typeface="DejaVu Sans"/>
                <a:ea typeface="DejaVu Sans"/>
                <a:cs typeface="DejaVu Sans"/>
              </a:defRPr>
            </a:lvl8pPr>
            <a:lvl9pPr>
              <a:defRPr sz="2050" b="1">
                <a:solidFill>
                  <a:srgbClr val="172B39"/>
                </a:solidFill>
                <a:latin typeface="DejaVu Sans"/>
                <a:ea typeface="DejaVu Sans"/>
                <a:cs typeface="DejaVu Sans"/>
              </a:defRPr>
            </a:lvl9pPr>
          </a:lstStyle>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Commit</a:t>
            </a:r>
            <a:endParaRPr/>
          </a:p>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trên máy</a:t>
            </a:r>
            <a:endParaRPr/>
          </a:p>
        </p:txBody>
      </p:sp>
      <p:sp>
        <p:nvSpPr>
          <p:cNvPr id="1060198402" name="surface-42"/>
          <p:cNvSpPr>
            <a:spLocks noGrp="1"/>
          </p:cNvSpPr>
          <p:nvPr/>
        </p:nvSpPr>
        <p:spPr bwMode="auto">
          <a:xfrm>
            <a:off x="9239250" y="2381250"/>
            <a:ext cx="2333625" cy="1238250"/>
          </a:xfrm>
          <a:prstGeom prst="rect">
            <a:avLst/>
          </a:prstGeom>
          <a:solidFill>
            <a:srgbClr val="DDEBF3"/>
          </a:solidFill>
          <a:ln w="0">
            <a:noFill/>
            <a:prstDash val="solid"/>
          </a:ln>
        </p:spPr>
      </p:sp>
      <p:sp>
        <p:nvSpPr>
          <p:cNvPr id="1009942286" name="text-43"/>
          <p:cNvSpPr>
            <a:spLocks noGrp="1"/>
          </p:cNvSpPr>
          <p:nvPr/>
        </p:nvSpPr>
        <p:spPr bwMode="auto">
          <a:xfrm>
            <a:off x="9410700" y="2552700"/>
            <a:ext cx="1990725" cy="933450"/>
          </a:xfrm>
          <a:prstGeom prst="rect">
            <a:avLst/>
          </a:prstGeom>
          <a:noFill/>
          <a:ln w="0">
            <a:noFill/>
            <a:prstDash val="solid"/>
          </a:ln>
        </p:spPr>
        <p:txBody>
          <a:bodyPr wrap="square" lIns="0" tIns="0" rIns="0" bIns="0">
            <a:noAutofit/>
          </a:bodyPr>
          <a:lstStyle>
            <a:defPPr>
              <a:defRPr sz="2050" b="1">
                <a:solidFill>
                  <a:srgbClr val="172B39"/>
                </a:solidFill>
                <a:latin typeface="DejaVu Sans"/>
                <a:ea typeface="DejaVu Sans"/>
                <a:cs typeface="DejaVu Sans"/>
              </a:defRPr>
            </a:defPPr>
            <a:lvl1pPr>
              <a:defRPr sz="2050" b="1">
                <a:solidFill>
                  <a:srgbClr val="172B39"/>
                </a:solidFill>
                <a:latin typeface="DejaVu Sans"/>
                <a:ea typeface="DejaVu Sans"/>
                <a:cs typeface="DejaVu Sans"/>
              </a:defRPr>
            </a:lvl1pPr>
            <a:lvl2pPr>
              <a:defRPr sz="2050" b="1">
                <a:solidFill>
                  <a:srgbClr val="172B39"/>
                </a:solidFill>
                <a:latin typeface="DejaVu Sans"/>
                <a:ea typeface="DejaVu Sans"/>
                <a:cs typeface="DejaVu Sans"/>
              </a:defRPr>
            </a:lvl2pPr>
            <a:lvl3pPr>
              <a:defRPr sz="2050" b="1">
                <a:solidFill>
                  <a:srgbClr val="172B39"/>
                </a:solidFill>
                <a:latin typeface="DejaVu Sans"/>
                <a:ea typeface="DejaVu Sans"/>
                <a:cs typeface="DejaVu Sans"/>
              </a:defRPr>
            </a:lvl3pPr>
            <a:lvl4pPr>
              <a:defRPr sz="2050" b="1">
                <a:solidFill>
                  <a:srgbClr val="172B39"/>
                </a:solidFill>
                <a:latin typeface="DejaVu Sans"/>
                <a:ea typeface="DejaVu Sans"/>
                <a:cs typeface="DejaVu Sans"/>
              </a:defRPr>
            </a:lvl4pPr>
            <a:lvl5pPr>
              <a:defRPr sz="2050" b="1">
                <a:solidFill>
                  <a:srgbClr val="172B39"/>
                </a:solidFill>
                <a:latin typeface="DejaVu Sans"/>
                <a:ea typeface="DejaVu Sans"/>
                <a:cs typeface="DejaVu Sans"/>
              </a:defRPr>
            </a:lvl5pPr>
            <a:lvl6pPr>
              <a:defRPr sz="2050" b="1">
                <a:solidFill>
                  <a:srgbClr val="172B39"/>
                </a:solidFill>
                <a:latin typeface="DejaVu Sans"/>
                <a:ea typeface="DejaVu Sans"/>
                <a:cs typeface="DejaVu Sans"/>
              </a:defRPr>
            </a:lvl6pPr>
            <a:lvl7pPr>
              <a:defRPr sz="2050" b="1">
                <a:solidFill>
                  <a:srgbClr val="172B39"/>
                </a:solidFill>
                <a:latin typeface="DejaVu Sans"/>
                <a:ea typeface="DejaVu Sans"/>
                <a:cs typeface="DejaVu Sans"/>
              </a:defRPr>
            </a:lvl7pPr>
            <a:lvl8pPr>
              <a:defRPr sz="2050" b="1">
                <a:solidFill>
                  <a:srgbClr val="172B39"/>
                </a:solidFill>
                <a:latin typeface="DejaVu Sans"/>
                <a:ea typeface="DejaVu Sans"/>
                <a:cs typeface="DejaVu Sans"/>
              </a:defRPr>
            </a:lvl8pPr>
            <a:lvl9pPr>
              <a:defRPr sz="2050" b="1">
                <a:solidFill>
                  <a:srgbClr val="172B39"/>
                </a:solidFill>
                <a:latin typeface="DejaVu Sans"/>
                <a:ea typeface="DejaVu Sans"/>
                <a:cs typeface="DejaVu Sans"/>
              </a:defRPr>
            </a:lvl9pPr>
          </a:lstStyle>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Repository</a:t>
            </a:r>
            <a:endParaRPr/>
          </a:p>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GitHub</a:t>
            </a:r>
            <a:endParaRPr/>
          </a:p>
        </p:txBody>
      </p:sp>
      <p:sp>
        <p:nvSpPr>
          <p:cNvPr id="618218114" name="text-44"/>
          <p:cNvSpPr>
            <a:spLocks noGrp="1"/>
          </p:cNvSpPr>
          <p:nvPr/>
        </p:nvSpPr>
        <p:spPr bwMode="auto">
          <a:xfrm>
            <a:off x="2476500" y="1781175"/>
            <a:ext cx="1714500" cy="428625"/>
          </a:xfrm>
          <a:prstGeom prst="rect">
            <a:avLst/>
          </a:prstGeom>
          <a:noFill/>
          <a:ln w="0">
            <a:noFill/>
            <a:prstDash val="solid"/>
          </a:ln>
        </p:spPr>
        <p:txBody>
          <a:bodyPr wrap="square" lIns="0" tIns="0" rIns="0" bIns="0">
            <a:noAutofit/>
          </a:bodyPr>
          <a:lstStyle>
            <a:defPPr>
              <a:defRPr sz="1800" b="1">
                <a:solidFill>
                  <a:srgbClr val="D45B2C"/>
                </a:solidFill>
                <a:latin typeface="DejaVu Sans Mono"/>
                <a:ea typeface="DejaVu Sans Mono"/>
                <a:cs typeface="DejaVu Sans Mono"/>
              </a:defRPr>
            </a:defPPr>
            <a:lvl1pPr>
              <a:defRPr sz="1800" b="1">
                <a:solidFill>
                  <a:srgbClr val="D45B2C"/>
                </a:solidFill>
                <a:latin typeface="DejaVu Sans Mono"/>
                <a:ea typeface="DejaVu Sans Mono"/>
                <a:cs typeface="DejaVu Sans Mono"/>
              </a:defRPr>
            </a:lvl1pPr>
            <a:lvl2pPr>
              <a:defRPr sz="1800" b="1">
                <a:solidFill>
                  <a:srgbClr val="D45B2C"/>
                </a:solidFill>
                <a:latin typeface="DejaVu Sans Mono"/>
                <a:ea typeface="DejaVu Sans Mono"/>
                <a:cs typeface="DejaVu Sans Mono"/>
              </a:defRPr>
            </a:lvl2pPr>
            <a:lvl3pPr>
              <a:defRPr sz="1800" b="1">
                <a:solidFill>
                  <a:srgbClr val="D45B2C"/>
                </a:solidFill>
                <a:latin typeface="DejaVu Sans Mono"/>
                <a:ea typeface="DejaVu Sans Mono"/>
                <a:cs typeface="DejaVu Sans Mono"/>
              </a:defRPr>
            </a:lvl3pPr>
            <a:lvl4pPr>
              <a:defRPr sz="1800" b="1">
                <a:solidFill>
                  <a:srgbClr val="D45B2C"/>
                </a:solidFill>
                <a:latin typeface="DejaVu Sans Mono"/>
                <a:ea typeface="DejaVu Sans Mono"/>
                <a:cs typeface="DejaVu Sans Mono"/>
              </a:defRPr>
            </a:lvl4pPr>
            <a:lvl5pPr>
              <a:defRPr sz="1800" b="1">
                <a:solidFill>
                  <a:srgbClr val="D45B2C"/>
                </a:solidFill>
                <a:latin typeface="DejaVu Sans Mono"/>
                <a:ea typeface="DejaVu Sans Mono"/>
                <a:cs typeface="DejaVu Sans Mono"/>
              </a:defRPr>
            </a:lvl5pPr>
            <a:lvl6pPr>
              <a:defRPr sz="1800" b="1">
                <a:solidFill>
                  <a:srgbClr val="D45B2C"/>
                </a:solidFill>
                <a:latin typeface="DejaVu Sans Mono"/>
                <a:ea typeface="DejaVu Sans Mono"/>
                <a:cs typeface="DejaVu Sans Mono"/>
              </a:defRPr>
            </a:lvl6pPr>
            <a:lvl7pPr>
              <a:defRPr sz="1800" b="1">
                <a:solidFill>
                  <a:srgbClr val="D45B2C"/>
                </a:solidFill>
                <a:latin typeface="DejaVu Sans Mono"/>
                <a:ea typeface="DejaVu Sans Mono"/>
                <a:cs typeface="DejaVu Sans Mono"/>
              </a:defRPr>
            </a:lvl7pPr>
            <a:lvl8pPr>
              <a:defRPr sz="1800" b="1">
                <a:solidFill>
                  <a:srgbClr val="D45B2C"/>
                </a:solidFill>
                <a:latin typeface="DejaVu Sans Mono"/>
                <a:ea typeface="DejaVu Sans Mono"/>
                <a:cs typeface="DejaVu Sans Mono"/>
              </a:defRPr>
            </a:lvl8pPr>
            <a:lvl9pPr>
              <a:defRPr sz="1800" b="1">
                <a:solidFill>
                  <a:srgbClr val="D45B2C"/>
                </a:solidFill>
                <a:latin typeface="DejaVu Sans Mono"/>
                <a:ea typeface="DejaVu Sans Mono"/>
                <a:cs typeface="DejaVu Sans Mono"/>
              </a:defRPr>
            </a:lvl9pPr>
          </a:lstStyle>
          <a:p>
            <a:pPr>
              <a:defRPr sz="1800" b="1">
                <a:solidFill>
                  <a:srgbClr val="D45B2C"/>
                </a:solidFill>
                <a:latin typeface="DejaVu Sans Mono"/>
                <a:ea typeface="DejaVu Sans Mono"/>
                <a:cs typeface="DejaVu Sans Mono"/>
              </a:defRPr>
            </a:pPr>
            <a:r>
              <a:rPr sz="1800" b="1">
                <a:solidFill>
                  <a:srgbClr val="D45B2C"/>
                </a:solidFill>
                <a:latin typeface="DejaVu Sans Mono"/>
                <a:ea typeface="DejaVu Sans Mono"/>
                <a:cs typeface="DejaVu Sans Mono"/>
              </a:rPr>
              <a:t>git add</a:t>
            </a:r>
            <a:endParaRPr/>
          </a:p>
        </p:txBody>
      </p:sp>
      <p:sp>
        <p:nvSpPr>
          <p:cNvPr id="1309269425" name="text-45"/>
          <p:cNvSpPr>
            <a:spLocks noGrp="1"/>
          </p:cNvSpPr>
          <p:nvPr/>
        </p:nvSpPr>
        <p:spPr bwMode="auto">
          <a:xfrm>
            <a:off x="5353050" y="1781175"/>
            <a:ext cx="1714500" cy="428625"/>
          </a:xfrm>
          <a:prstGeom prst="rect">
            <a:avLst/>
          </a:prstGeom>
          <a:noFill/>
          <a:ln w="0">
            <a:noFill/>
            <a:prstDash val="solid"/>
          </a:ln>
        </p:spPr>
        <p:txBody>
          <a:bodyPr wrap="square" lIns="0" tIns="0" rIns="0" bIns="0">
            <a:noAutofit/>
          </a:bodyPr>
          <a:lstStyle>
            <a:defPPr>
              <a:defRPr sz="1800" b="1">
                <a:solidFill>
                  <a:srgbClr val="D45B2C"/>
                </a:solidFill>
                <a:latin typeface="DejaVu Sans Mono"/>
                <a:ea typeface="DejaVu Sans Mono"/>
                <a:cs typeface="DejaVu Sans Mono"/>
              </a:defRPr>
            </a:defPPr>
            <a:lvl1pPr>
              <a:defRPr sz="1800" b="1">
                <a:solidFill>
                  <a:srgbClr val="D45B2C"/>
                </a:solidFill>
                <a:latin typeface="DejaVu Sans Mono"/>
                <a:ea typeface="DejaVu Sans Mono"/>
                <a:cs typeface="DejaVu Sans Mono"/>
              </a:defRPr>
            </a:lvl1pPr>
            <a:lvl2pPr>
              <a:defRPr sz="1800" b="1">
                <a:solidFill>
                  <a:srgbClr val="D45B2C"/>
                </a:solidFill>
                <a:latin typeface="DejaVu Sans Mono"/>
                <a:ea typeface="DejaVu Sans Mono"/>
                <a:cs typeface="DejaVu Sans Mono"/>
              </a:defRPr>
            </a:lvl2pPr>
            <a:lvl3pPr>
              <a:defRPr sz="1800" b="1">
                <a:solidFill>
                  <a:srgbClr val="D45B2C"/>
                </a:solidFill>
                <a:latin typeface="DejaVu Sans Mono"/>
                <a:ea typeface="DejaVu Sans Mono"/>
                <a:cs typeface="DejaVu Sans Mono"/>
              </a:defRPr>
            </a:lvl3pPr>
            <a:lvl4pPr>
              <a:defRPr sz="1800" b="1">
                <a:solidFill>
                  <a:srgbClr val="D45B2C"/>
                </a:solidFill>
                <a:latin typeface="DejaVu Sans Mono"/>
                <a:ea typeface="DejaVu Sans Mono"/>
                <a:cs typeface="DejaVu Sans Mono"/>
              </a:defRPr>
            </a:lvl4pPr>
            <a:lvl5pPr>
              <a:defRPr sz="1800" b="1">
                <a:solidFill>
                  <a:srgbClr val="D45B2C"/>
                </a:solidFill>
                <a:latin typeface="DejaVu Sans Mono"/>
                <a:ea typeface="DejaVu Sans Mono"/>
                <a:cs typeface="DejaVu Sans Mono"/>
              </a:defRPr>
            </a:lvl5pPr>
            <a:lvl6pPr>
              <a:defRPr sz="1800" b="1">
                <a:solidFill>
                  <a:srgbClr val="D45B2C"/>
                </a:solidFill>
                <a:latin typeface="DejaVu Sans Mono"/>
                <a:ea typeface="DejaVu Sans Mono"/>
                <a:cs typeface="DejaVu Sans Mono"/>
              </a:defRPr>
            </a:lvl6pPr>
            <a:lvl7pPr>
              <a:defRPr sz="1800" b="1">
                <a:solidFill>
                  <a:srgbClr val="D45B2C"/>
                </a:solidFill>
                <a:latin typeface="DejaVu Sans Mono"/>
                <a:ea typeface="DejaVu Sans Mono"/>
                <a:cs typeface="DejaVu Sans Mono"/>
              </a:defRPr>
            </a:lvl7pPr>
            <a:lvl8pPr>
              <a:defRPr sz="1800" b="1">
                <a:solidFill>
                  <a:srgbClr val="D45B2C"/>
                </a:solidFill>
                <a:latin typeface="DejaVu Sans Mono"/>
                <a:ea typeface="DejaVu Sans Mono"/>
                <a:cs typeface="DejaVu Sans Mono"/>
              </a:defRPr>
            </a:lvl8pPr>
            <a:lvl9pPr>
              <a:defRPr sz="1800" b="1">
                <a:solidFill>
                  <a:srgbClr val="D45B2C"/>
                </a:solidFill>
                <a:latin typeface="DejaVu Sans Mono"/>
                <a:ea typeface="DejaVu Sans Mono"/>
                <a:cs typeface="DejaVu Sans Mono"/>
              </a:defRPr>
            </a:lvl9pPr>
          </a:lstStyle>
          <a:p>
            <a:pPr>
              <a:defRPr sz="1800" b="1">
                <a:solidFill>
                  <a:srgbClr val="D45B2C"/>
                </a:solidFill>
                <a:latin typeface="DejaVu Sans Mono"/>
                <a:ea typeface="DejaVu Sans Mono"/>
                <a:cs typeface="DejaVu Sans Mono"/>
              </a:defRPr>
            </a:pPr>
            <a:r>
              <a:rPr sz="1800" b="1">
                <a:solidFill>
                  <a:srgbClr val="D45B2C"/>
                </a:solidFill>
                <a:latin typeface="DejaVu Sans Mono"/>
                <a:ea typeface="DejaVu Sans Mono"/>
                <a:cs typeface="DejaVu Sans Mono"/>
              </a:rPr>
              <a:t>git commit</a:t>
            </a:r>
            <a:endParaRPr/>
          </a:p>
        </p:txBody>
      </p:sp>
      <p:sp>
        <p:nvSpPr>
          <p:cNvPr id="1086070236" name="text-46"/>
          <p:cNvSpPr>
            <a:spLocks noGrp="1"/>
          </p:cNvSpPr>
          <p:nvPr/>
        </p:nvSpPr>
        <p:spPr bwMode="auto">
          <a:xfrm>
            <a:off x="8229600" y="1781175"/>
            <a:ext cx="1714500" cy="428625"/>
          </a:xfrm>
          <a:prstGeom prst="rect">
            <a:avLst/>
          </a:prstGeom>
          <a:noFill/>
          <a:ln w="0">
            <a:noFill/>
            <a:prstDash val="solid"/>
          </a:ln>
        </p:spPr>
        <p:txBody>
          <a:bodyPr wrap="square" lIns="0" tIns="0" rIns="0" bIns="0">
            <a:noAutofit/>
          </a:bodyPr>
          <a:lstStyle>
            <a:defPPr>
              <a:defRPr sz="1800" b="1">
                <a:solidFill>
                  <a:srgbClr val="D45B2C"/>
                </a:solidFill>
                <a:latin typeface="DejaVu Sans Mono"/>
                <a:ea typeface="DejaVu Sans Mono"/>
                <a:cs typeface="DejaVu Sans Mono"/>
              </a:defRPr>
            </a:defPPr>
            <a:lvl1pPr>
              <a:defRPr sz="1800" b="1">
                <a:solidFill>
                  <a:srgbClr val="D45B2C"/>
                </a:solidFill>
                <a:latin typeface="DejaVu Sans Mono"/>
                <a:ea typeface="DejaVu Sans Mono"/>
                <a:cs typeface="DejaVu Sans Mono"/>
              </a:defRPr>
            </a:lvl1pPr>
            <a:lvl2pPr>
              <a:defRPr sz="1800" b="1">
                <a:solidFill>
                  <a:srgbClr val="D45B2C"/>
                </a:solidFill>
                <a:latin typeface="DejaVu Sans Mono"/>
                <a:ea typeface="DejaVu Sans Mono"/>
                <a:cs typeface="DejaVu Sans Mono"/>
              </a:defRPr>
            </a:lvl2pPr>
            <a:lvl3pPr>
              <a:defRPr sz="1800" b="1">
                <a:solidFill>
                  <a:srgbClr val="D45B2C"/>
                </a:solidFill>
                <a:latin typeface="DejaVu Sans Mono"/>
                <a:ea typeface="DejaVu Sans Mono"/>
                <a:cs typeface="DejaVu Sans Mono"/>
              </a:defRPr>
            </a:lvl3pPr>
            <a:lvl4pPr>
              <a:defRPr sz="1800" b="1">
                <a:solidFill>
                  <a:srgbClr val="D45B2C"/>
                </a:solidFill>
                <a:latin typeface="DejaVu Sans Mono"/>
                <a:ea typeface="DejaVu Sans Mono"/>
                <a:cs typeface="DejaVu Sans Mono"/>
              </a:defRPr>
            </a:lvl4pPr>
            <a:lvl5pPr>
              <a:defRPr sz="1800" b="1">
                <a:solidFill>
                  <a:srgbClr val="D45B2C"/>
                </a:solidFill>
                <a:latin typeface="DejaVu Sans Mono"/>
                <a:ea typeface="DejaVu Sans Mono"/>
                <a:cs typeface="DejaVu Sans Mono"/>
              </a:defRPr>
            </a:lvl5pPr>
            <a:lvl6pPr>
              <a:defRPr sz="1800" b="1">
                <a:solidFill>
                  <a:srgbClr val="D45B2C"/>
                </a:solidFill>
                <a:latin typeface="DejaVu Sans Mono"/>
                <a:ea typeface="DejaVu Sans Mono"/>
                <a:cs typeface="DejaVu Sans Mono"/>
              </a:defRPr>
            </a:lvl6pPr>
            <a:lvl7pPr>
              <a:defRPr sz="1800" b="1">
                <a:solidFill>
                  <a:srgbClr val="D45B2C"/>
                </a:solidFill>
                <a:latin typeface="DejaVu Sans Mono"/>
                <a:ea typeface="DejaVu Sans Mono"/>
                <a:cs typeface="DejaVu Sans Mono"/>
              </a:defRPr>
            </a:lvl7pPr>
            <a:lvl8pPr>
              <a:defRPr sz="1800" b="1">
                <a:solidFill>
                  <a:srgbClr val="D45B2C"/>
                </a:solidFill>
                <a:latin typeface="DejaVu Sans Mono"/>
                <a:ea typeface="DejaVu Sans Mono"/>
                <a:cs typeface="DejaVu Sans Mono"/>
              </a:defRPr>
            </a:lvl8pPr>
            <a:lvl9pPr>
              <a:defRPr sz="1800" b="1">
                <a:solidFill>
                  <a:srgbClr val="D45B2C"/>
                </a:solidFill>
                <a:latin typeface="DejaVu Sans Mono"/>
                <a:ea typeface="DejaVu Sans Mono"/>
                <a:cs typeface="DejaVu Sans Mono"/>
              </a:defRPr>
            </a:lvl9pPr>
          </a:lstStyle>
          <a:p>
            <a:pPr>
              <a:defRPr sz="1800" b="1">
                <a:solidFill>
                  <a:srgbClr val="D45B2C"/>
                </a:solidFill>
                <a:latin typeface="DejaVu Sans Mono"/>
                <a:ea typeface="DejaVu Sans Mono"/>
                <a:cs typeface="DejaVu Sans Mono"/>
              </a:defRPr>
            </a:pPr>
            <a:r>
              <a:rPr sz="1800" b="1">
                <a:solidFill>
                  <a:srgbClr val="D45B2C"/>
                </a:solidFill>
                <a:latin typeface="DejaVu Sans Mono"/>
                <a:ea typeface="DejaVu Sans Mono"/>
                <a:cs typeface="DejaVu Sans Mono"/>
              </a:rPr>
              <a:t>git push</a:t>
            </a:r>
            <a:endParaRPr/>
          </a:p>
        </p:txBody>
      </p:sp>
      <p:sp>
        <p:nvSpPr>
          <p:cNvPr id="1846929967" name="surface-47"/>
          <p:cNvSpPr>
            <a:spLocks noGrp="1"/>
          </p:cNvSpPr>
          <p:nvPr/>
        </p:nvSpPr>
        <p:spPr bwMode="auto">
          <a:xfrm>
            <a:off x="609600" y="4333875"/>
            <a:ext cx="3190875" cy="781050"/>
          </a:xfrm>
          <a:prstGeom prst="rect">
            <a:avLst/>
          </a:prstGeom>
          <a:solidFill>
            <a:srgbClr val="152B37"/>
          </a:solidFill>
          <a:ln w="0">
            <a:noFill/>
            <a:prstDash val="solid"/>
          </a:ln>
        </p:spPr>
      </p:sp>
      <p:sp>
        <p:nvSpPr>
          <p:cNvPr id="1601765512" name="text-48"/>
          <p:cNvSpPr>
            <a:spLocks noGrp="1"/>
          </p:cNvSpPr>
          <p:nvPr/>
        </p:nvSpPr>
        <p:spPr bwMode="auto">
          <a:xfrm>
            <a:off x="857250" y="4524375"/>
            <a:ext cx="2695575" cy="400050"/>
          </a:xfrm>
          <a:prstGeom prst="rect">
            <a:avLst/>
          </a:prstGeom>
          <a:noFill/>
          <a:ln w="0">
            <a:noFill/>
            <a:prstDash val="solid"/>
          </a:ln>
        </p:spPr>
        <p:txBody>
          <a:bodyPr wrap="square" lIns="0" tIns="0" rIns="0" bIns="0">
            <a:noAutofit/>
          </a:bodyPr>
          <a:lstStyle>
            <a:defPPr>
              <a:defRPr sz="2200" b="0">
                <a:solidFill>
                  <a:srgbClr val="FFFFFF"/>
                </a:solidFill>
                <a:latin typeface="DejaVu Sans Mono"/>
                <a:ea typeface="DejaVu Sans Mono"/>
                <a:cs typeface="DejaVu Sans Mono"/>
              </a:defRPr>
            </a:defPPr>
            <a:lvl1pPr>
              <a:defRPr sz="2200" b="0">
                <a:solidFill>
                  <a:srgbClr val="FFFFFF"/>
                </a:solidFill>
                <a:latin typeface="DejaVu Sans Mono"/>
                <a:ea typeface="DejaVu Sans Mono"/>
                <a:cs typeface="DejaVu Sans Mono"/>
              </a:defRPr>
            </a:lvl1pPr>
            <a:lvl2pPr>
              <a:defRPr sz="2200" b="0">
                <a:solidFill>
                  <a:srgbClr val="FFFFFF"/>
                </a:solidFill>
                <a:latin typeface="DejaVu Sans Mono"/>
                <a:ea typeface="DejaVu Sans Mono"/>
                <a:cs typeface="DejaVu Sans Mono"/>
              </a:defRPr>
            </a:lvl2pPr>
            <a:lvl3pPr>
              <a:defRPr sz="2200" b="0">
                <a:solidFill>
                  <a:srgbClr val="FFFFFF"/>
                </a:solidFill>
                <a:latin typeface="DejaVu Sans Mono"/>
                <a:ea typeface="DejaVu Sans Mono"/>
                <a:cs typeface="DejaVu Sans Mono"/>
              </a:defRPr>
            </a:lvl3pPr>
            <a:lvl4pPr>
              <a:defRPr sz="2200" b="0">
                <a:solidFill>
                  <a:srgbClr val="FFFFFF"/>
                </a:solidFill>
                <a:latin typeface="DejaVu Sans Mono"/>
                <a:ea typeface="DejaVu Sans Mono"/>
                <a:cs typeface="DejaVu Sans Mono"/>
              </a:defRPr>
            </a:lvl4pPr>
            <a:lvl5pPr>
              <a:defRPr sz="2200" b="0">
                <a:solidFill>
                  <a:srgbClr val="FFFFFF"/>
                </a:solidFill>
                <a:latin typeface="DejaVu Sans Mono"/>
                <a:ea typeface="DejaVu Sans Mono"/>
                <a:cs typeface="DejaVu Sans Mono"/>
              </a:defRPr>
            </a:lvl5pPr>
            <a:lvl6pPr>
              <a:defRPr sz="2200" b="0">
                <a:solidFill>
                  <a:srgbClr val="FFFFFF"/>
                </a:solidFill>
                <a:latin typeface="DejaVu Sans Mono"/>
                <a:ea typeface="DejaVu Sans Mono"/>
                <a:cs typeface="DejaVu Sans Mono"/>
              </a:defRPr>
            </a:lvl6pPr>
            <a:lvl7pPr>
              <a:defRPr sz="2200" b="0">
                <a:solidFill>
                  <a:srgbClr val="FFFFFF"/>
                </a:solidFill>
                <a:latin typeface="DejaVu Sans Mono"/>
                <a:ea typeface="DejaVu Sans Mono"/>
                <a:cs typeface="DejaVu Sans Mono"/>
              </a:defRPr>
            </a:lvl7pPr>
            <a:lvl8pPr>
              <a:defRPr sz="2200" b="0">
                <a:solidFill>
                  <a:srgbClr val="FFFFFF"/>
                </a:solidFill>
                <a:latin typeface="DejaVu Sans Mono"/>
                <a:ea typeface="DejaVu Sans Mono"/>
                <a:cs typeface="DejaVu Sans Mono"/>
              </a:defRPr>
            </a:lvl8pPr>
            <a:lvl9pPr>
              <a:defRPr sz="2200" b="0">
                <a:solidFill>
                  <a:srgbClr val="FFFFFF"/>
                </a:solidFill>
                <a:latin typeface="DejaVu Sans Mono"/>
                <a:ea typeface="DejaVu Sans Mono"/>
                <a:cs typeface="DejaVu Sans Mono"/>
              </a:defRPr>
            </a:lvl9pPr>
          </a:lstStyle>
          <a:p>
            <a:pPr>
              <a:defRPr sz="2200" b="0">
                <a:solidFill>
                  <a:srgbClr val="FFFFFF"/>
                </a:solidFill>
                <a:latin typeface="DejaVu Sans Mono"/>
                <a:ea typeface="DejaVu Sans Mono"/>
                <a:cs typeface="DejaVu Sans Mono"/>
              </a:defRPr>
            </a:pPr>
            <a:r>
              <a:rPr sz="2200" b="0">
                <a:solidFill>
                  <a:srgbClr val="FFFFFF"/>
                </a:solidFill>
                <a:latin typeface="DejaVu Sans Mono"/>
                <a:ea typeface="DejaVu Sans Mono"/>
                <a:cs typeface="DejaVu Sans Mono"/>
              </a:rPr>
              <a:t>git status</a:t>
            </a:r>
            <a:endParaRPr/>
          </a:p>
        </p:txBody>
      </p:sp>
      <p:sp>
        <p:nvSpPr>
          <p:cNvPr id="1800497740" name="text-49"/>
          <p:cNvSpPr>
            <a:spLocks noGrp="1"/>
          </p:cNvSpPr>
          <p:nvPr/>
        </p:nvSpPr>
        <p:spPr bwMode="auto">
          <a:xfrm>
            <a:off x="4171950" y="4533900"/>
            <a:ext cx="7239000" cy="1143000"/>
          </a:xfrm>
          <a:prstGeom prst="rect">
            <a:avLst/>
          </a:prstGeom>
          <a:noFill/>
          <a:ln w="0">
            <a:noFill/>
            <a:prstDash val="solid"/>
          </a:ln>
        </p:spPr>
        <p:txBody>
          <a:bodyPr wrap="square" lIns="0" tIns="0" rIns="0" bIns="0">
            <a:noAutofit/>
          </a:bodyPr>
          <a:lstStyle>
            <a:defPPr>
              <a:defRPr sz="2200" b="0">
                <a:solidFill>
                  <a:srgbClr val="52616A"/>
                </a:solidFill>
                <a:latin typeface="DejaVu Sans"/>
                <a:ea typeface="DejaVu Sans"/>
                <a:cs typeface="DejaVu Sans"/>
              </a:defRPr>
            </a:defPPr>
            <a:lvl1pPr>
              <a:defRPr sz="2200" b="0">
                <a:solidFill>
                  <a:srgbClr val="52616A"/>
                </a:solidFill>
                <a:latin typeface="DejaVu Sans"/>
                <a:ea typeface="DejaVu Sans"/>
                <a:cs typeface="DejaVu Sans"/>
              </a:defRPr>
            </a:lvl1pPr>
            <a:lvl2pPr>
              <a:defRPr sz="2200" b="0">
                <a:solidFill>
                  <a:srgbClr val="52616A"/>
                </a:solidFill>
                <a:latin typeface="DejaVu Sans"/>
                <a:ea typeface="DejaVu Sans"/>
                <a:cs typeface="DejaVu Sans"/>
              </a:defRPr>
            </a:lvl2pPr>
            <a:lvl3pPr>
              <a:defRPr sz="2200" b="0">
                <a:solidFill>
                  <a:srgbClr val="52616A"/>
                </a:solidFill>
                <a:latin typeface="DejaVu Sans"/>
                <a:ea typeface="DejaVu Sans"/>
                <a:cs typeface="DejaVu Sans"/>
              </a:defRPr>
            </a:lvl3pPr>
            <a:lvl4pPr>
              <a:defRPr sz="2200" b="0">
                <a:solidFill>
                  <a:srgbClr val="52616A"/>
                </a:solidFill>
                <a:latin typeface="DejaVu Sans"/>
                <a:ea typeface="DejaVu Sans"/>
                <a:cs typeface="DejaVu Sans"/>
              </a:defRPr>
            </a:lvl4pPr>
            <a:lvl5pPr>
              <a:defRPr sz="2200" b="0">
                <a:solidFill>
                  <a:srgbClr val="52616A"/>
                </a:solidFill>
                <a:latin typeface="DejaVu Sans"/>
                <a:ea typeface="DejaVu Sans"/>
                <a:cs typeface="DejaVu Sans"/>
              </a:defRPr>
            </a:lvl5pPr>
            <a:lvl6pPr>
              <a:defRPr sz="2200" b="0">
                <a:solidFill>
                  <a:srgbClr val="52616A"/>
                </a:solidFill>
                <a:latin typeface="DejaVu Sans"/>
                <a:ea typeface="DejaVu Sans"/>
                <a:cs typeface="DejaVu Sans"/>
              </a:defRPr>
            </a:lvl6pPr>
            <a:lvl7pPr>
              <a:defRPr sz="2200" b="0">
                <a:solidFill>
                  <a:srgbClr val="52616A"/>
                </a:solidFill>
                <a:latin typeface="DejaVu Sans"/>
                <a:ea typeface="DejaVu Sans"/>
                <a:cs typeface="DejaVu Sans"/>
              </a:defRPr>
            </a:lvl7pPr>
            <a:lvl8pPr>
              <a:defRPr sz="2200" b="0">
                <a:solidFill>
                  <a:srgbClr val="52616A"/>
                </a:solidFill>
                <a:latin typeface="DejaVu Sans"/>
                <a:ea typeface="DejaVu Sans"/>
                <a:cs typeface="DejaVu Sans"/>
              </a:defRPr>
            </a:lvl8pPr>
            <a:lvl9pPr>
              <a:defRPr sz="2200" b="0">
                <a:solidFill>
                  <a:srgbClr val="52616A"/>
                </a:solidFill>
                <a:latin typeface="DejaVu Sans"/>
                <a:ea typeface="DejaVu Sans"/>
                <a:cs typeface="DejaVu Sans"/>
              </a:defRPr>
            </a:lvl9pPr>
          </a:lstStyle>
          <a:p>
            <a:pPr>
              <a:defRPr sz="2200" b="0">
                <a:solidFill>
                  <a:srgbClr val="52616A"/>
                </a:solidFill>
                <a:latin typeface="DejaVu Sans"/>
                <a:ea typeface="DejaVu Sans"/>
                <a:cs typeface="DejaVu Sans"/>
              </a:defRPr>
            </a:pPr>
            <a:r>
              <a:rPr sz="2200" b="0">
                <a:solidFill>
                  <a:srgbClr val="52616A"/>
                </a:solidFill>
                <a:latin typeface="DejaVu Sans"/>
                <a:ea typeface="DejaVu Sans"/>
                <a:cs typeface="DejaVu Sans"/>
              </a:rPr>
              <a:t>Xem file nào đã sửa, đã chọn hoặc chưa được Git theo dõi.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084560814" name="text-50"/>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Bắt đầu bằng init hay clone?</a:t>
            </a:r>
            <a:endParaRPr/>
          </a:p>
        </p:txBody>
      </p:sp>
      <p:sp>
        <p:nvSpPr>
          <p:cNvPr id="480624129" name="text-51"/>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07</a:t>
            </a:r>
            <a:endParaRPr/>
          </a:p>
        </p:txBody>
      </p:sp>
      <p:sp>
        <p:nvSpPr>
          <p:cNvPr id="1201550402" name="text-52"/>
          <p:cNvSpPr>
            <a:spLocks noGrp="1"/>
          </p:cNvSpPr>
          <p:nvPr/>
        </p:nvSpPr>
        <p:spPr bwMode="auto">
          <a:xfrm>
            <a:off x="666750" y="1828800"/>
            <a:ext cx="10477500" cy="495300"/>
          </a:xfrm>
          <a:prstGeom prst="rect">
            <a:avLst/>
          </a:prstGeom>
          <a:noFill/>
          <a:ln w="0">
            <a:noFill/>
            <a:prstDash val="solid"/>
          </a:ln>
        </p:spPr>
        <p:txBody>
          <a:bodyPr wrap="square" lIns="0" tIns="0" rIns="0" bIns="0">
            <a:noAutofit/>
          </a:bodyPr>
          <a:lstStyle>
            <a:defPPr>
              <a:defRPr sz="2500" b="1">
                <a:solidFill>
                  <a:srgbClr val="172B39"/>
                </a:solidFill>
                <a:latin typeface="DejaVu Sans"/>
                <a:ea typeface="DejaVu Sans"/>
                <a:cs typeface="DejaVu Sans"/>
              </a:defRPr>
            </a:defPPr>
            <a:lvl1pPr>
              <a:defRPr sz="2500" b="1">
                <a:solidFill>
                  <a:srgbClr val="172B39"/>
                </a:solidFill>
                <a:latin typeface="DejaVu Sans"/>
                <a:ea typeface="DejaVu Sans"/>
                <a:cs typeface="DejaVu Sans"/>
              </a:defRPr>
            </a:lvl1pPr>
            <a:lvl2pPr>
              <a:defRPr sz="2500" b="1">
                <a:solidFill>
                  <a:srgbClr val="172B39"/>
                </a:solidFill>
                <a:latin typeface="DejaVu Sans"/>
                <a:ea typeface="DejaVu Sans"/>
                <a:cs typeface="DejaVu Sans"/>
              </a:defRPr>
            </a:lvl2pPr>
            <a:lvl3pPr>
              <a:defRPr sz="2500" b="1">
                <a:solidFill>
                  <a:srgbClr val="172B39"/>
                </a:solidFill>
                <a:latin typeface="DejaVu Sans"/>
                <a:ea typeface="DejaVu Sans"/>
                <a:cs typeface="DejaVu Sans"/>
              </a:defRPr>
            </a:lvl3pPr>
            <a:lvl4pPr>
              <a:defRPr sz="2500" b="1">
                <a:solidFill>
                  <a:srgbClr val="172B39"/>
                </a:solidFill>
                <a:latin typeface="DejaVu Sans"/>
                <a:ea typeface="DejaVu Sans"/>
                <a:cs typeface="DejaVu Sans"/>
              </a:defRPr>
            </a:lvl4pPr>
            <a:lvl5pPr>
              <a:defRPr sz="2500" b="1">
                <a:solidFill>
                  <a:srgbClr val="172B39"/>
                </a:solidFill>
                <a:latin typeface="DejaVu Sans"/>
                <a:ea typeface="DejaVu Sans"/>
                <a:cs typeface="DejaVu Sans"/>
              </a:defRPr>
            </a:lvl5pPr>
            <a:lvl6pPr>
              <a:defRPr sz="2500" b="1">
                <a:solidFill>
                  <a:srgbClr val="172B39"/>
                </a:solidFill>
                <a:latin typeface="DejaVu Sans"/>
                <a:ea typeface="DejaVu Sans"/>
                <a:cs typeface="DejaVu Sans"/>
              </a:defRPr>
            </a:lvl6pPr>
            <a:lvl7pPr>
              <a:defRPr sz="2500" b="1">
                <a:solidFill>
                  <a:srgbClr val="172B39"/>
                </a:solidFill>
                <a:latin typeface="DejaVu Sans"/>
                <a:ea typeface="DejaVu Sans"/>
                <a:cs typeface="DejaVu Sans"/>
              </a:defRPr>
            </a:lvl7pPr>
            <a:lvl8pPr>
              <a:defRPr sz="2500" b="1">
                <a:solidFill>
                  <a:srgbClr val="172B39"/>
                </a:solidFill>
                <a:latin typeface="DejaVu Sans"/>
                <a:ea typeface="DejaVu Sans"/>
                <a:cs typeface="DejaVu Sans"/>
              </a:defRPr>
            </a:lvl8pPr>
            <a:lvl9pPr>
              <a:defRPr sz="2500" b="1">
                <a:solidFill>
                  <a:srgbClr val="172B39"/>
                </a:solidFill>
                <a:latin typeface="DejaVu Sans"/>
                <a:ea typeface="DejaVu Sans"/>
                <a:cs typeface="DejaVu Sans"/>
              </a:defRPr>
            </a:lvl9pPr>
          </a:lstStyle>
          <a:p>
            <a:pPr>
              <a:defRPr sz="2500" b="1">
                <a:solidFill>
                  <a:srgbClr val="172B39"/>
                </a:solidFill>
                <a:latin typeface="DejaVu Sans"/>
                <a:ea typeface="DejaVu Sans"/>
                <a:cs typeface="DejaVu Sans"/>
              </a:defRPr>
            </a:pPr>
            <a:r>
              <a:rPr sz="2500" b="1">
                <a:solidFill>
                  <a:srgbClr val="172B39"/>
                </a:solidFill>
                <a:latin typeface="DejaVu Sans"/>
                <a:ea typeface="DejaVu Sans"/>
                <a:cs typeface="DejaVu Sans"/>
              </a:rPr>
              <a:t>Thư mục chưa có Git</a:t>
            </a:r>
            <a:endParaRPr/>
          </a:p>
        </p:txBody>
      </p:sp>
      <p:sp>
        <p:nvSpPr>
          <p:cNvPr id="943652736" name="surface-53"/>
          <p:cNvSpPr>
            <a:spLocks noGrp="1"/>
          </p:cNvSpPr>
          <p:nvPr/>
        </p:nvSpPr>
        <p:spPr bwMode="auto">
          <a:xfrm>
            <a:off x="666750" y="2466975"/>
            <a:ext cx="10477500" cy="781050"/>
          </a:xfrm>
          <a:prstGeom prst="rect">
            <a:avLst/>
          </a:prstGeom>
          <a:solidFill>
            <a:srgbClr val="152B37"/>
          </a:solidFill>
          <a:ln w="0">
            <a:noFill/>
            <a:prstDash val="solid"/>
          </a:ln>
        </p:spPr>
      </p:sp>
      <p:sp>
        <p:nvSpPr>
          <p:cNvPr id="1834133384" name="text-54"/>
          <p:cNvSpPr>
            <a:spLocks noGrp="1"/>
          </p:cNvSpPr>
          <p:nvPr/>
        </p:nvSpPr>
        <p:spPr bwMode="auto">
          <a:xfrm>
            <a:off x="914400" y="2657475"/>
            <a:ext cx="9982200" cy="400050"/>
          </a:xfrm>
          <a:prstGeom prst="rect">
            <a:avLst/>
          </a:prstGeom>
          <a:noFill/>
          <a:ln w="0">
            <a:noFill/>
            <a:prstDash val="solid"/>
          </a:ln>
        </p:spPr>
        <p:txBody>
          <a:bodyPr wrap="square" lIns="0" tIns="0" rIns="0" bIns="0">
            <a:noAutofit/>
          </a:bodyPr>
          <a:lstStyle>
            <a:defPPr>
              <a:defRPr sz="2400" b="0">
                <a:solidFill>
                  <a:srgbClr val="FFFFFF"/>
                </a:solidFill>
                <a:latin typeface="DejaVu Sans Mono"/>
                <a:ea typeface="DejaVu Sans Mono"/>
                <a:cs typeface="DejaVu Sans Mono"/>
              </a:defRPr>
            </a:defPPr>
            <a:lvl1pPr>
              <a:defRPr sz="2400" b="0">
                <a:solidFill>
                  <a:srgbClr val="FFFFFF"/>
                </a:solidFill>
                <a:latin typeface="DejaVu Sans Mono"/>
                <a:ea typeface="DejaVu Sans Mono"/>
                <a:cs typeface="DejaVu Sans Mono"/>
              </a:defRPr>
            </a:lvl1pPr>
            <a:lvl2pPr>
              <a:defRPr sz="2400" b="0">
                <a:solidFill>
                  <a:srgbClr val="FFFFFF"/>
                </a:solidFill>
                <a:latin typeface="DejaVu Sans Mono"/>
                <a:ea typeface="DejaVu Sans Mono"/>
                <a:cs typeface="DejaVu Sans Mono"/>
              </a:defRPr>
            </a:lvl2pPr>
            <a:lvl3pPr>
              <a:defRPr sz="2400" b="0">
                <a:solidFill>
                  <a:srgbClr val="FFFFFF"/>
                </a:solidFill>
                <a:latin typeface="DejaVu Sans Mono"/>
                <a:ea typeface="DejaVu Sans Mono"/>
                <a:cs typeface="DejaVu Sans Mono"/>
              </a:defRPr>
            </a:lvl3pPr>
            <a:lvl4pPr>
              <a:defRPr sz="2400" b="0">
                <a:solidFill>
                  <a:srgbClr val="FFFFFF"/>
                </a:solidFill>
                <a:latin typeface="DejaVu Sans Mono"/>
                <a:ea typeface="DejaVu Sans Mono"/>
                <a:cs typeface="DejaVu Sans Mono"/>
              </a:defRPr>
            </a:lvl4pPr>
            <a:lvl5pPr>
              <a:defRPr sz="2400" b="0">
                <a:solidFill>
                  <a:srgbClr val="FFFFFF"/>
                </a:solidFill>
                <a:latin typeface="DejaVu Sans Mono"/>
                <a:ea typeface="DejaVu Sans Mono"/>
                <a:cs typeface="DejaVu Sans Mono"/>
              </a:defRPr>
            </a:lvl5pPr>
            <a:lvl6pPr>
              <a:defRPr sz="2400" b="0">
                <a:solidFill>
                  <a:srgbClr val="FFFFFF"/>
                </a:solidFill>
                <a:latin typeface="DejaVu Sans Mono"/>
                <a:ea typeface="DejaVu Sans Mono"/>
                <a:cs typeface="DejaVu Sans Mono"/>
              </a:defRPr>
            </a:lvl6pPr>
            <a:lvl7pPr>
              <a:defRPr sz="2400" b="0">
                <a:solidFill>
                  <a:srgbClr val="FFFFFF"/>
                </a:solidFill>
                <a:latin typeface="DejaVu Sans Mono"/>
                <a:ea typeface="DejaVu Sans Mono"/>
                <a:cs typeface="DejaVu Sans Mono"/>
              </a:defRPr>
            </a:lvl7pPr>
            <a:lvl8pPr>
              <a:defRPr sz="2400" b="0">
                <a:solidFill>
                  <a:srgbClr val="FFFFFF"/>
                </a:solidFill>
                <a:latin typeface="DejaVu Sans Mono"/>
                <a:ea typeface="DejaVu Sans Mono"/>
                <a:cs typeface="DejaVu Sans Mono"/>
              </a:defRPr>
            </a:lvl8pPr>
            <a:lvl9pPr>
              <a:defRPr sz="2400" b="0">
                <a:solidFill>
                  <a:srgbClr val="FFFFFF"/>
                </a:solidFill>
                <a:latin typeface="DejaVu Sans Mono"/>
                <a:ea typeface="DejaVu Sans Mono"/>
                <a:cs typeface="DejaVu Sans Mono"/>
              </a:defRPr>
            </a:lvl9pPr>
          </a:lstStyle>
          <a:p>
            <a:pPr>
              <a:defRPr sz="2400" b="0">
                <a:solidFill>
                  <a:srgbClr val="FFFFFF"/>
                </a:solidFill>
                <a:latin typeface="DejaVu Sans Mono"/>
                <a:ea typeface="DejaVu Sans Mono"/>
                <a:cs typeface="DejaVu Sans Mono"/>
              </a:defRPr>
            </a:pPr>
            <a:r>
              <a:rPr sz="2400" b="0">
                <a:solidFill>
                  <a:srgbClr val="FFFFFF"/>
                </a:solidFill>
                <a:latin typeface="DejaVu Sans Mono"/>
                <a:ea typeface="DejaVu Sans Mono"/>
                <a:cs typeface="DejaVu Sans Mono"/>
              </a:rPr>
              <a:t>git init</a:t>
            </a:r>
            <a:endParaRPr/>
          </a:p>
        </p:txBody>
      </p:sp>
      <p:sp>
        <p:nvSpPr>
          <p:cNvPr id="1099138445" name="text-55"/>
          <p:cNvSpPr>
            <a:spLocks noGrp="1"/>
          </p:cNvSpPr>
          <p:nvPr/>
        </p:nvSpPr>
        <p:spPr bwMode="auto">
          <a:xfrm>
            <a:off x="666750" y="3857625"/>
            <a:ext cx="10477500" cy="495300"/>
          </a:xfrm>
          <a:prstGeom prst="rect">
            <a:avLst/>
          </a:prstGeom>
          <a:noFill/>
          <a:ln w="0">
            <a:noFill/>
            <a:prstDash val="solid"/>
          </a:ln>
        </p:spPr>
        <p:txBody>
          <a:bodyPr wrap="square" lIns="0" tIns="0" rIns="0" bIns="0">
            <a:noAutofit/>
          </a:bodyPr>
          <a:lstStyle>
            <a:defPPr>
              <a:defRPr sz="2500" b="1">
                <a:solidFill>
                  <a:srgbClr val="172B39"/>
                </a:solidFill>
                <a:latin typeface="DejaVu Sans"/>
                <a:ea typeface="DejaVu Sans"/>
                <a:cs typeface="DejaVu Sans"/>
              </a:defRPr>
            </a:defPPr>
            <a:lvl1pPr>
              <a:defRPr sz="2500" b="1">
                <a:solidFill>
                  <a:srgbClr val="172B39"/>
                </a:solidFill>
                <a:latin typeface="DejaVu Sans"/>
                <a:ea typeface="DejaVu Sans"/>
                <a:cs typeface="DejaVu Sans"/>
              </a:defRPr>
            </a:lvl1pPr>
            <a:lvl2pPr>
              <a:defRPr sz="2500" b="1">
                <a:solidFill>
                  <a:srgbClr val="172B39"/>
                </a:solidFill>
                <a:latin typeface="DejaVu Sans"/>
                <a:ea typeface="DejaVu Sans"/>
                <a:cs typeface="DejaVu Sans"/>
              </a:defRPr>
            </a:lvl2pPr>
            <a:lvl3pPr>
              <a:defRPr sz="2500" b="1">
                <a:solidFill>
                  <a:srgbClr val="172B39"/>
                </a:solidFill>
                <a:latin typeface="DejaVu Sans"/>
                <a:ea typeface="DejaVu Sans"/>
                <a:cs typeface="DejaVu Sans"/>
              </a:defRPr>
            </a:lvl3pPr>
            <a:lvl4pPr>
              <a:defRPr sz="2500" b="1">
                <a:solidFill>
                  <a:srgbClr val="172B39"/>
                </a:solidFill>
                <a:latin typeface="DejaVu Sans"/>
                <a:ea typeface="DejaVu Sans"/>
                <a:cs typeface="DejaVu Sans"/>
              </a:defRPr>
            </a:lvl4pPr>
            <a:lvl5pPr>
              <a:defRPr sz="2500" b="1">
                <a:solidFill>
                  <a:srgbClr val="172B39"/>
                </a:solidFill>
                <a:latin typeface="DejaVu Sans"/>
                <a:ea typeface="DejaVu Sans"/>
                <a:cs typeface="DejaVu Sans"/>
              </a:defRPr>
            </a:lvl5pPr>
            <a:lvl6pPr>
              <a:defRPr sz="2500" b="1">
                <a:solidFill>
                  <a:srgbClr val="172B39"/>
                </a:solidFill>
                <a:latin typeface="DejaVu Sans"/>
                <a:ea typeface="DejaVu Sans"/>
                <a:cs typeface="DejaVu Sans"/>
              </a:defRPr>
            </a:lvl6pPr>
            <a:lvl7pPr>
              <a:defRPr sz="2500" b="1">
                <a:solidFill>
                  <a:srgbClr val="172B39"/>
                </a:solidFill>
                <a:latin typeface="DejaVu Sans"/>
                <a:ea typeface="DejaVu Sans"/>
                <a:cs typeface="DejaVu Sans"/>
              </a:defRPr>
            </a:lvl7pPr>
            <a:lvl8pPr>
              <a:defRPr sz="2500" b="1">
                <a:solidFill>
                  <a:srgbClr val="172B39"/>
                </a:solidFill>
                <a:latin typeface="DejaVu Sans"/>
                <a:ea typeface="DejaVu Sans"/>
                <a:cs typeface="DejaVu Sans"/>
              </a:defRPr>
            </a:lvl8pPr>
            <a:lvl9pPr>
              <a:defRPr sz="2500" b="1">
                <a:solidFill>
                  <a:srgbClr val="172B39"/>
                </a:solidFill>
                <a:latin typeface="DejaVu Sans"/>
                <a:ea typeface="DejaVu Sans"/>
                <a:cs typeface="DejaVu Sans"/>
              </a:defRPr>
            </a:lvl9pPr>
          </a:lstStyle>
          <a:p>
            <a:pPr>
              <a:defRPr sz="2500" b="1">
                <a:solidFill>
                  <a:srgbClr val="172B39"/>
                </a:solidFill>
                <a:latin typeface="DejaVu Sans"/>
                <a:ea typeface="DejaVu Sans"/>
                <a:cs typeface="DejaVu Sans"/>
              </a:defRPr>
            </a:pPr>
            <a:r>
              <a:rPr sz="2500" b="1">
                <a:solidFill>
                  <a:srgbClr val="172B39"/>
                </a:solidFill>
                <a:latin typeface="DejaVu Sans"/>
                <a:ea typeface="DejaVu Sans"/>
                <a:cs typeface="DejaVu Sans"/>
              </a:rPr>
              <a:t>Repository đã có trên GitHub</a:t>
            </a:r>
            <a:endParaRPr/>
          </a:p>
        </p:txBody>
      </p:sp>
      <p:sp>
        <p:nvSpPr>
          <p:cNvPr id="732957017" name="surface-56"/>
          <p:cNvSpPr>
            <a:spLocks noGrp="1"/>
          </p:cNvSpPr>
          <p:nvPr/>
        </p:nvSpPr>
        <p:spPr bwMode="auto">
          <a:xfrm>
            <a:off x="666750" y="4495800"/>
            <a:ext cx="10477500" cy="781050"/>
          </a:xfrm>
          <a:prstGeom prst="rect">
            <a:avLst/>
          </a:prstGeom>
          <a:solidFill>
            <a:srgbClr val="152B37"/>
          </a:solidFill>
          <a:ln w="0">
            <a:noFill/>
            <a:prstDash val="solid"/>
          </a:ln>
        </p:spPr>
      </p:sp>
      <p:sp>
        <p:nvSpPr>
          <p:cNvPr id="189907355" name="text-57"/>
          <p:cNvSpPr>
            <a:spLocks noGrp="1"/>
          </p:cNvSpPr>
          <p:nvPr/>
        </p:nvSpPr>
        <p:spPr bwMode="auto">
          <a:xfrm>
            <a:off x="914400" y="4686300"/>
            <a:ext cx="9982200" cy="400050"/>
          </a:xfrm>
          <a:prstGeom prst="rect">
            <a:avLst/>
          </a:prstGeom>
          <a:noFill/>
          <a:ln w="0">
            <a:noFill/>
            <a:prstDash val="solid"/>
          </a:ln>
        </p:spPr>
        <p:txBody>
          <a:bodyPr wrap="square" lIns="0" tIns="0" rIns="0" bIns="0">
            <a:noAutofit/>
          </a:bodyPr>
          <a:lstStyle>
            <a:defPPr>
              <a:defRPr sz="2400" b="0">
                <a:solidFill>
                  <a:srgbClr val="FFFFFF"/>
                </a:solidFill>
                <a:latin typeface="DejaVu Sans Mono"/>
                <a:ea typeface="DejaVu Sans Mono"/>
                <a:cs typeface="DejaVu Sans Mono"/>
              </a:defRPr>
            </a:defPPr>
            <a:lvl1pPr>
              <a:defRPr sz="2400" b="0">
                <a:solidFill>
                  <a:srgbClr val="FFFFFF"/>
                </a:solidFill>
                <a:latin typeface="DejaVu Sans Mono"/>
                <a:ea typeface="DejaVu Sans Mono"/>
                <a:cs typeface="DejaVu Sans Mono"/>
              </a:defRPr>
            </a:lvl1pPr>
            <a:lvl2pPr>
              <a:defRPr sz="2400" b="0">
                <a:solidFill>
                  <a:srgbClr val="FFFFFF"/>
                </a:solidFill>
                <a:latin typeface="DejaVu Sans Mono"/>
                <a:ea typeface="DejaVu Sans Mono"/>
                <a:cs typeface="DejaVu Sans Mono"/>
              </a:defRPr>
            </a:lvl2pPr>
            <a:lvl3pPr>
              <a:defRPr sz="2400" b="0">
                <a:solidFill>
                  <a:srgbClr val="FFFFFF"/>
                </a:solidFill>
                <a:latin typeface="DejaVu Sans Mono"/>
                <a:ea typeface="DejaVu Sans Mono"/>
                <a:cs typeface="DejaVu Sans Mono"/>
              </a:defRPr>
            </a:lvl3pPr>
            <a:lvl4pPr>
              <a:defRPr sz="2400" b="0">
                <a:solidFill>
                  <a:srgbClr val="FFFFFF"/>
                </a:solidFill>
                <a:latin typeface="DejaVu Sans Mono"/>
                <a:ea typeface="DejaVu Sans Mono"/>
                <a:cs typeface="DejaVu Sans Mono"/>
              </a:defRPr>
            </a:lvl4pPr>
            <a:lvl5pPr>
              <a:defRPr sz="2400" b="0">
                <a:solidFill>
                  <a:srgbClr val="FFFFFF"/>
                </a:solidFill>
                <a:latin typeface="DejaVu Sans Mono"/>
                <a:ea typeface="DejaVu Sans Mono"/>
                <a:cs typeface="DejaVu Sans Mono"/>
              </a:defRPr>
            </a:lvl5pPr>
            <a:lvl6pPr>
              <a:defRPr sz="2400" b="0">
                <a:solidFill>
                  <a:srgbClr val="FFFFFF"/>
                </a:solidFill>
                <a:latin typeface="DejaVu Sans Mono"/>
                <a:ea typeface="DejaVu Sans Mono"/>
                <a:cs typeface="DejaVu Sans Mono"/>
              </a:defRPr>
            </a:lvl6pPr>
            <a:lvl7pPr>
              <a:defRPr sz="2400" b="0">
                <a:solidFill>
                  <a:srgbClr val="FFFFFF"/>
                </a:solidFill>
                <a:latin typeface="DejaVu Sans Mono"/>
                <a:ea typeface="DejaVu Sans Mono"/>
                <a:cs typeface="DejaVu Sans Mono"/>
              </a:defRPr>
            </a:lvl7pPr>
            <a:lvl8pPr>
              <a:defRPr sz="2400" b="0">
                <a:solidFill>
                  <a:srgbClr val="FFFFFF"/>
                </a:solidFill>
                <a:latin typeface="DejaVu Sans Mono"/>
                <a:ea typeface="DejaVu Sans Mono"/>
                <a:cs typeface="DejaVu Sans Mono"/>
              </a:defRPr>
            </a:lvl8pPr>
            <a:lvl9pPr>
              <a:defRPr sz="2400" b="0">
                <a:solidFill>
                  <a:srgbClr val="FFFFFF"/>
                </a:solidFill>
                <a:latin typeface="DejaVu Sans Mono"/>
                <a:ea typeface="DejaVu Sans Mono"/>
                <a:cs typeface="DejaVu Sans Mono"/>
              </a:defRPr>
            </a:lvl9pPr>
          </a:lstStyle>
          <a:p>
            <a:pPr>
              <a:defRPr sz="2400" b="0">
                <a:solidFill>
                  <a:srgbClr val="FFFFFF"/>
                </a:solidFill>
                <a:latin typeface="DejaVu Sans Mono"/>
                <a:ea typeface="DejaVu Sans Mono"/>
                <a:cs typeface="DejaVu Sans Mono"/>
              </a:defRPr>
            </a:pPr>
            <a:r>
              <a:rPr sz="2400" b="0">
                <a:solidFill>
                  <a:srgbClr val="FFFFFF"/>
                </a:solidFill>
                <a:latin typeface="DejaVu Sans Mono"/>
                <a:ea typeface="DejaVu Sans Mono"/>
                <a:cs typeface="DejaVu Sans Mono"/>
              </a:rPr>
              <a:t>git clone URL_REPOSITORY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422185973" name="text-58"/>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Demo repository lưu bài tập</a:t>
            </a:r>
            <a:endParaRPr/>
          </a:p>
        </p:txBody>
      </p:sp>
      <p:sp>
        <p:nvSpPr>
          <p:cNvPr id="1124461833" name="text-59"/>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08</a:t>
            </a:r>
            <a:endParaRPr/>
          </a:p>
        </p:txBody>
      </p:sp>
      <p:sp>
        <p:nvSpPr>
          <p:cNvPr id="390015106" name="text-60"/>
          <p:cNvSpPr>
            <a:spLocks noGrp="1"/>
          </p:cNvSpPr>
          <p:nvPr/>
        </p:nvSpPr>
        <p:spPr bwMode="auto">
          <a:xfrm>
            <a:off x="647700" y="1724025"/>
            <a:ext cx="10858500" cy="1571625"/>
          </a:xfrm>
          <a:prstGeom prst="rect">
            <a:avLst/>
          </a:prstGeom>
          <a:noFill/>
          <a:ln w="0">
            <a:noFill/>
            <a:prstDash val="solid"/>
          </a:ln>
        </p:spPr>
        <p:txBody>
          <a:bodyPr wrap="square" lIns="0" tIns="0" rIns="0" bIns="0">
            <a:noAutofit/>
          </a:bodyPr>
          <a:lstStyle>
            <a:defPPr>
              <a:defRPr sz="2200" b="0">
                <a:solidFill>
                  <a:srgbClr val="172B39"/>
                </a:solidFill>
                <a:latin typeface="DejaVu Sans"/>
                <a:ea typeface="DejaVu Sans"/>
                <a:cs typeface="DejaVu Sans"/>
              </a:defRPr>
            </a:defPPr>
            <a:lvl1pPr>
              <a:defRPr sz="2200" b="0">
                <a:solidFill>
                  <a:srgbClr val="172B39"/>
                </a:solidFill>
                <a:latin typeface="DejaVu Sans"/>
                <a:ea typeface="DejaVu Sans"/>
                <a:cs typeface="DejaVu Sans"/>
              </a:defRPr>
            </a:lvl1pPr>
            <a:lvl2pPr>
              <a:defRPr sz="2200" b="0">
                <a:solidFill>
                  <a:srgbClr val="172B39"/>
                </a:solidFill>
                <a:latin typeface="DejaVu Sans"/>
                <a:ea typeface="DejaVu Sans"/>
                <a:cs typeface="DejaVu Sans"/>
              </a:defRPr>
            </a:lvl2pPr>
            <a:lvl3pPr>
              <a:defRPr sz="2200" b="0">
                <a:solidFill>
                  <a:srgbClr val="172B39"/>
                </a:solidFill>
                <a:latin typeface="DejaVu Sans"/>
                <a:ea typeface="DejaVu Sans"/>
                <a:cs typeface="DejaVu Sans"/>
              </a:defRPr>
            </a:lvl3pPr>
            <a:lvl4pPr>
              <a:defRPr sz="2200" b="0">
                <a:solidFill>
                  <a:srgbClr val="172B39"/>
                </a:solidFill>
                <a:latin typeface="DejaVu Sans"/>
                <a:ea typeface="DejaVu Sans"/>
                <a:cs typeface="DejaVu Sans"/>
              </a:defRPr>
            </a:lvl4pPr>
            <a:lvl5pPr>
              <a:defRPr sz="2200" b="0">
                <a:solidFill>
                  <a:srgbClr val="172B39"/>
                </a:solidFill>
                <a:latin typeface="DejaVu Sans"/>
                <a:ea typeface="DejaVu Sans"/>
                <a:cs typeface="DejaVu Sans"/>
              </a:defRPr>
            </a:lvl5pPr>
            <a:lvl6pPr>
              <a:defRPr sz="2200" b="0">
                <a:solidFill>
                  <a:srgbClr val="172B39"/>
                </a:solidFill>
                <a:latin typeface="DejaVu Sans"/>
                <a:ea typeface="DejaVu Sans"/>
                <a:cs typeface="DejaVu Sans"/>
              </a:defRPr>
            </a:lvl6pPr>
            <a:lvl7pPr>
              <a:defRPr sz="2200" b="0">
                <a:solidFill>
                  <a:srgbClr val="172B39"/>
                </a:solidFill>
                <a:latin typeface="DejaVu Sans"/>
                <a:ea typeface="DejaVu Sans"/>
                <a:cs typeface="DejaVu Sans"/>
              </a:defRPr>
            </a:lvl7pPr>
            <a:lvl8pPr>
              <a:defRPr sz="2200" b="0">
                <a:solidFill>
                  <a:srgbClr val="172B39"/>
                </a:solidFill>
                <a:latin typeface="DejaVu Sans"/>
                <a:ea typeface="DejaVu Sans"/>
                <a:cs typeface="DejaVu Sans"/>
              </a:defRPr>
            </a:lvl8pPr>
            <a:lvl9pPr>
              <a:defRPr sz="2200" b="0">
                <a:solidFill>
                  <a:srgbClr val="172B39"/>
                </a:solidFill>
                <a:latin typeface="DejaVu Sans"/>
                <a:ea typeface="DejaVu Sans"/>
                <a:cs typeface="DejaVu Sans"/>
              </a:defRPr>
            </a:lvl9pPr>
          </a:lstStyle>
          <a:p>
            <a:pPr>
              <a:defRPr sz="2200" b="0">
                <a:solidFill>
                  <a:srgbClr val="172B39"/>
                </a:solidFill>
                <a:latin typeface="DejaVu Sans"/>
                <a:ea typeface="DejaVu Sans"/>
                <a:cs typeface="DejaVu Sans"/>
              </a:defRPr>
            </a:pPr>
            <a:r>
              <a:rPr sz="2200" b="0">
                <a:solidFill>
                  <a:srgbClr val="172B39"/>
                </a:solidFill>
                <a:latin typeface="DejaVu Sans"/>
                <a:ea typeface="DejaVu Sans"/>
                <a:cs typeface="DejaVu Sans"/>
              </a:rPr>
              <a:t>1. Tạo repo có README trên GitHub</a:t>
            </a:r>
            <a:endParaRPr/>
          </a:p>
          <a:p>
            <a:pPr>
              <a:defRPr sz="2200" b="0">
                <a:solidFill>
                  <a:srgbClr val="172B39"/>
                </a:solidFill>
                <a:latin typeface="DejaVu Sans"/>
                <a:ea typeface="DejaVu Sans"/>
                <a:cs typeface="DejaVu Sans"/>
              </a:defRPr>
            </a:pPr>
            <a:r>
              <a:rPr sz="2200" b="0">
                <a:solidFill>
                  <a:srgbClr val="172B39"/>
                </a:solidFill>
                <a:latin typeface="DejaVu Sans"/>
                <a:ea typeface="DejaVu Sans"/>
                <a:cs typeface="DejaVu Sans"/>
              </a:rPr>
              <a:t>2. Sao chép URL HTTPS của repo</a:t>
            </a:r>
            <a:endParaRPr/>
          </a:p>
          <a:p>
            <a:pPr>
              <a:defRPr sz="2200" b="0">
                <a:solidFill>
                  <a:srgbClr val="172B39"/>
                </a:solidFill>
                <a:latin typeface="DejaVu Sans"/>
                <a:ea typeface="DejaVu Sans"/>
                <a:cs typeface="DejaVu Sans"/>
              </a:defRPr>
            </a:pPr>
            <a:r>
              <a:rPr sz="2200" b="0">
                <a:solidFill>
                  <a:srgbClr val="172B39"/>
                </a:solidFill>
                <a:latin typeface="DejaVu Sans"/>
                <a:ea typeface="DejaVu Sans"/>
                <a:cs typeface="DejaVu Sans"/>
              </a:rPr>
              <a:t>3. Clone và mở thư mục</a:t>
            </a:r>
            <a:endParaRPr/>
          </a:p>
        </p:txBody>
      </p:sp>
      <p:sp>
        <p:nvSpPr>
          <p:cNvPr id="1051853138" name="surface-61"/>
          <p:cNvSpPr>
            <a:spLocks noGrp="1"/>
          </p:cNvSpPr>
          <p:nvPr/>
        </p:nvSpPr>
        <p:spPr bwMode="auto">
          <a:xfrm>
            <a:off x="647700" y="3657600"/>
            <a:ext cx="10858500" cy="1781175"/>
          </a:xfrm>
          <a:prstGeom prst="rect">
            <a:avLst/>
          </a:prstGeom>
          <a:solidFill>
            <a:srgbClr val="152B37"/>
          </a:solidFill>
          <a:ln w="0">
            <a:noFill/>
            <a:prstDash val="solid"/>
          </a:ln>
        </p:spPr>
      </p:sp>
      <p:sp>
        <p:nvSpPr>
          <p:cNvPr id="1913715578" name="text-62"/>
          <p:cNvSpPr>
            <a:spLocks noGrp="1"/>
          </p:cNvSpPr>
          <p:nvPr/>
        </p:nvSpPr>
        <p:spPr bwMode="auto">
          <a:xfrm>
            <a:off x="895350" y="3848100"/>
            <a:ext cx="10363200" cy="466725"/>
          </a:xfrm>
          <a:prstGeom prst="rect">
            <a:avLst/>
          </a:prstGeom>
          <a:noFill/>
          <a:ln w="0">
            <a:noFill/>
            <a:prstDash val="solid"/>
          </a:ln>
        </p:spPr>
        <p:txBody>
          <a:bodyPr wrap="square" lIns="0" tIns="0" rIns="0" bIns="0">
            <a:noAutofit/>
          </a:bodyPr>
          <a:lstStyle>
            <a:defPPr>
              <a:defRPr sz="1950" b="0">
                <a:solidFill>
                  <a:srgbClr val="FFFFFF"/>
                </a:solidFill>
                <a:latin typeface="DejaVu Sans Mono"/>
                <a:ea typeface="DejaVu Sans Mono"/>
                <a:cs typeface="DejaVu Sans Mono"/>
              </a:defRPr>
            </a:defPPr>
            <a:lvl1pPr>
              <a:defRPr sz="1950" b="0">
                <a:solidFill>
                  <a:srgbClr val="FFFFFF"/>
                </a:solidFill>
                <a:latin typeface="DejaVu Sans Mono"/>
                <a:ea typeface="DejaVu Sans Mono"/>
                <a:cs typeface="DejaVu Sans Mono"/>
              </a:defRPr>
            </a:lvl1pPr>
            <a:lvl2pPr>
              <a:defRPr sz="1950" b="0">
                <a:solidFill>
                  <a:srgbClr val="FFFFFF"/>
                </a:solidFill>
                <a:latin typeface="DejaVu Sans Mono"/>
                <a:ea typeface="DejaVu Sans Mono"/>
                <a:cs typeface="DejaVu Sans Mono"/>
              </a:defRPr>
            </a:lvl2pPr>
            <a:lvl3pPr>
              <a:defRPr sz="1950" b="0">
                <a:solidFill>
                  <a:srgbClr val="FFFFFF"/>
                </a:solidFill>
                <a:latin typeface="DejaVu Sans Mono"/>
                <a:ea typeface="DejaVu Sans Mono"/>
                <a:cs typeface="DejaVu Sans Mono"/>
              </a:defRPr>
            </a:lvl3pPr>
            <a:lvl4pPr>
              <a:defRPr sz="1950" b="0">
                <a:solidFill>
                  <a:srgbClr val="FFFFFF"/>
                </a:solidFill>
                <a:latin typeface="DejaVu Sans Mono"/>
                <a:ea typeface="DejaVu Sans Mono"/>
                <a:cs typeface="DejaVu Sans Mono"/>
              </a:defRPr>
            </a:lvl4pPr>
            <a:lvl5pPr>
              <a:defRPr sz="1950" b="0">
                <a:solidFill>
                  <a:srgbClr val="FFFFFF"/>
                </a:solidFill>
                <a:latin typeface="DejaVu Sans Mono"/>
                <a:ea typeface="DejaVu Sans Mono"/>
                <a:cs typeface="DejaVu Sans Mono"/>
              </a:defRPr>
            </a:lvl5pPr>
            <a:lvl6pPr>
              <a:defRPr sz="1950" b="0">
                <a:solidFill>
                  <a:srgbClr val="FFFFFF"/>
                </a:solidFill>
                <a:latin typeface="DejaVu Sans Mono"/>
                <a:ea typeface="DejaVu Sans Mono"/>
                <a:cs typeface="DejaVu Sans Mono"/>
              </a:defRPr>
            </a:lvl6pPr>
            <a:lvl7pPr>
              <a:defRPr sz="1950" b="0">
                <a:solidFill>
                  <a:srgbClr val="FFFFFF"/>
                </a:solidFill>
                <a:latin typeface="DejaVu Sans Mono"/>
                <a:ea typeface="DejaVu Sans Mono"/>
                <a:cs typeface="DejaVu Sans Mono"/>
              </a:defRPr>
            </a:lvl7pPr>
            <a:lvl8pPr>
              <a:defRPr sz="1950" b="0">
                <a:solidFill>
                  <a:srgbClr val="FFFFFF"/>
                </a:solidFill>
                <a:latin typeface="DejaVu Sans Mono"/>
                <a:ea typeface="DejaVu Sans Mono"/>
                <a:cs typeface="DejaVu Sans Mono"/>
              </a:defRPr>
            </a:lvl8pPr>
            <a:lvl9pPr>
              <a:defRPr sz="1950" b="0">
                <a:solidFill>
                  <a:srgbClr val="FFFFFF"/>
                </a:solidFill>
                <a:latin typeface="DejaVu Sans Mono"/>
                <a:ea typeface="DejaVu Sans Mono"/>
                <a:cs typeface="DejaVu Sans Mono"/>
              </a:defRPr>
            </a:lvl9pPr>
          </a:lstStyle>
          <a:p>
            <a:pPr>
              <a:defRPr sz="1950" b="0">
                <a:solidFill>
                  <a:srgbClr val="FFFFFF"/>
                </a:solidFill>
                <a:latin typeface="DejaVu Sans Mono"/>
                <a:ea typeface="DejaVu Sans Mono"/>
                <a:cs typeface="DejaVu Sans Mono"/>
              </a:defRPr>
            </a:pPr>
            <a:r>
              <a:rPr sz="1950" b="0">
                <a:solidFill>
                  <a:srgbClr val="FFFFFF"/>
                </a:solidFill>
                <a:latin typeface="DejaVu Sans Mono"/>
                <a:ea typeface="DejaVu Sans Mono"/>
                <a:cs typeface="DejaVu Sans Mono"/>
              </a:rPr>
              <a:t>git clone https://github.com/TEN_GITHUB/python-clb-homework.git</a:t>
            </a:r>
            <a:endParaRPr/>
          </a:p>
        </p:txBody>
      </p:sp>
      <p:sp>
        <p:nvSpPr>
          <p:cNvPr id="1569772105" name="text-63"/>
          <p:cNvSpPr>
            <a:spLocks noGrp="1"/>
          </p:cNvSpPr>
          <p:nvPr/>
        </p:nvSpPr>
        <p:spPr bwMode="auto">
          <a:xfrm>
            <a:off x="895350" y="4314825"/>
            <a:ext cx="10363200" cy="466725"/>
          </a:xfrm>
          <a:prstGeom prst="rect">
            <a:avLst/>
          </a:prstGeom>
          <a:noFill/>
          <a:ln w="0">
            <a:noFill/>
            <a:prstDash val="solid"/>
          </a:ln>
        </p:spPr>
        <p:txBody>
          <a:bodyPr wrap="square" lIns="0" tIns="0" rIns="0" bIns="0">
            <a:noAutofit/>
          </a:bodyPr>
          <a:lstStyle>
            <a:defPPr>
              <a:defRPr sz="1950" b="0">
                <a:solidFill>
                  <a:srgbClr val="FFFFFF"/>
                </a:solidFill>
                <a:latin typeface="DejaVu Sans Mono"/>
                <a:ea typeface="DejaVu Sans Mono"/>
                <a:cs typeface="DejaVu Sans Mono"/>
              </a:defRPr>
            </a:defPPr>
            <a:lvl1pPr>
              <a:defRPr sz="1950" b="0">
                <a:solidFill>
                  <a:srgbClr val="FFFFFF"/>
                </a:solidFill>
                <a:latin typeface="DejaVu Sans Mono"/>
                <a:ea typeface="DejaVu Sans Mono"/>
                <a:cs typeface="DejaVu Sans Mono"/>
              </a:defRPr>
            </a:lvl1pPr>
            <a:lvl2pPr>
              <a:defRPr sz="1950" b="0">
                <a:solidFill>
                  <a:srgbClr val="FFFFFF"/>
                </a:solidFill>
                <a:latin typeface="DejaVu Sans Mono"/>
                <a:ea typeface="DejaVu Sans Mono"/>
                <a:cs typeface="DejaVu Sans Mono"/>
              </a:defRPr>
            </a:lvl2pPr>
            <a:lvl3pPr>
              <a:defRPr sz="1950" b="0">
                <a:solidFill>
                  <a:srgbClr val="FFFFFF"/>
                </a:solidFill>
                <a:latin typeface="DejaVu Sans Mono"/>
                <a:ea typeface="DejaVu Sans Mono"/>
                <a:cs typeface="DejaVu Sans Mono"/>
              </a:defRPr>
            </a:lvl3pPr>
            <a:lvl4pPr>
              <a:defRPr sz="1950" b="0">
                <a:solidFill>
                  <a:srgbClr val="FFFFFF"/>
                </a:solidFill>
                <a:latin typeface="DejaVu Sans Mono"/>
                <a:ea typeface="DejaVu Sans Mono"/>
                <a:cs typeface="DejaVu Sans Mono"/>
              </a:defRPr>
            </a:lvl4pPr>
            <a:lvl5pPr>
              <a:defRPr sz="1950" b="0">
                <a:solidFill>
                  <a:srgbClr val="FFFFFF"/>
                </a:solidFill>
                <a:latin typeface="DejaVu Sans Mono"/>
                <a:ea typeface="DejaVu Sans Mono"/>
                <a:cs typeface="DejaVu Sans Mono"/>
              </a:defRPr>
            </a:lvl5pPr>
            <a:lvl6pPr>
              <a:defRPr sz="1950" b="0">
                <a:solidFill>
                  <a:srgbClr val="FFFFFF"/>
                </a:solidFill>
                <a:latin typeface="DejaVu Sans Mono"/>
                <a:ea typeface="DejaVu Sans Mono"/>
                <a:cs typeface="DejaVu Sans Mono"/>
              </a:defRPr>
            </a:lvl6pPr>
            <a:lvl7pPr>
              <a:defRPr sz="1950" b="0">
                <a:solidFill>
                  <a:srgbClr val="FFFFFF"/>
                </a:solidFill>
                <a:latin typeface="DejaVu Sans Mono"/>
                <a:ea typeface="DejaVu Sans Mono"/>
                <a:cs typeface="DejaVu Sans Mono"/>
              </a:defRPr>
            </a:lvl7pPr>
            <a:lvl8pPr>
              <a:defRPr sz="1950" b="0">
                <a:solidFill>
                  <a:srgbClr val="FFFFFF"/>
                </a:solidFill>
                <a:latin typeface="DejaVu Sans Mono"/>
                <a:ea typeface="DejaVu Sans Mono"/>
                <a:cs typeface="DejaVu Sans Mono"/>
              </a:defRPr>
            </a:lvl8pPr>
            <a:lvl9pPr>
              <a:defRPr sz="1950" b="0">
                <a:solidFill>
                  <a:srgbClr val="FFFFFF"/>
                </a:solidFill>
                <a:latin typeface="DejaVu Sans Mono"/>
                <a:ea typeface="DejaVu Sans Mono"/>
                <a:cs typeface="DejaVu Sans Mono"/>
              </a:defRPr>
            </a:lvl9pPr>
          </a:lstStyle>
          <a:p>
            <a:pPr>
              <a:defRPr sz="1950" b="0">
                <a:solidFill>
                  <a:srgbClr val="FFFFFF"/>
                </a:solidFill>
                <a:latin typeface="DejaVu Sans Mono"/>
                <a:ea typeface="DejaVu Sans Mono"/>
                <a:cs typeface="DejaVu Sans Mono"/>
              </a:defRPr>
            </a:pPr>
            <a:r>
              <a:rPr sz="1950" b="0">
                <a:solidFill>
                  <a:srgbClr val="FFFFFF"/>
                </a:solidFill>
                <a:latin typeface="DejaVu Sans Mono"/>
                <a:ea typeface="DejaVu Sans Mono"/>
                <a:cs typeface="DejaVu Sans Mono"/>
              </a:rPr>
              <a:t>cd python-clb-homework</a:t>
            </a:r>
            <a:endParaRPr/>
          </a:p>
        </p:txBody>
      </p:sp>
      <p:sp>
        <p:nvSpPr>
          <p:cNvPr id="502606061" name="text-64"/>
          <p:cNvSpPr>
            <a:spLocks noGrp="1"/>
          </p:cNvSpPr>
          <p:nvPr/>
        </p:nvSpPr>
        <p:spPr bwMode="auto">
          <a:xfrm>
            <a:off x="895350" y="4781550"/>
            <a:ext cx="10363200" cy="466725"/>
          </a:xfrm>
          <a:prstGeom prst="rect">
            <a:avLst/>
          </a:prstGeom>
          <a:noFill/>
          <a:ln w="0">
            <a:noFill/>
            <a:prstDash val="solid"/>
          </a:ln>
        </p:spPr>
        <p:txBody>
          <a:bodyPr wrap="square" lIns="0" tIns="0" rIns="0" bIns="0">
            <a:noAutofit/>
          </a:bodyPr>
          <a:lstStyle>
            <a:defPPr>
              <a:defRPr sz="1950" b="0">
                <a:solidFill>
                  <a:srgbClr val="FFFFFF"/>
                </a:solidFill>
                <a:latin typeface="DejaVu Sans Mono"/>
                <a:ea typeface="DejaVu Sans Mono"/>
                <a:cs typeface="DejaVu Sans Mono"/>
              </a:defRPr>
            </a:defPPr>
            <a:lvl1pPr>
              <a:defRPr sz="1950" b="0">
                <a:solidFill>
                  <a:srgbClr val="FFFFFF"/>
                </a:solidFill>
                <a:latin typeface="DejaVu Sans Mono"/>
                <a:ea typeface="DejaVu Sans Mono"/>
                <a:cs typeface="DejaVu Sans Mono"/>
              </a:defRPr>
            </a:lvl1pPr>
            <a:lvl2pPr>
              <a:defRPr sz="1950" b="0">
                <a:solidFill>
                  <a:srgbClr val="FFFFFF"/>
                </a:solidFill>
                <a:latin typeface="DejaVu Sans Mono"/>
                <a:ea typeface="DejaVu Sans Mono"/>
                <a:cs typeface="DejaVu Sans Mono"/>
              </a:defRPr>
            </a:lvl2pPr>
            <a:lvl3pPr>
              <a:defRPr sz="1950" b="0">
                <a:solidFill>
                  <a:srgbClr val="FFFFFF"/>
                </a:solidFill>
                <a:latin typeface="DejaVu Sans Mono"/>
                <a:ea typeface="DejaVu Sans Mono"/>
                <a:cs typeface="DejaVu Sans Mono"/>
              </a:defRPr>
            </a:lvl3pPr>
            <a:lvl4pPr>
              <a:defRPr sz="1950" b="0">
                <a:solidFill>
                  <a:srgbClr val="FFFFFF"/>
                </a:solidFill>
                <a:latin typeface="DejaVu Sans Mono"/>
                <a:ea typeface="DejaVu Sans Mono"/>
                <a:cs typeface="DejaVu Sans Mono"/>
              </a:defRPr>
            </a:lvl4pPr>
            <a:lvl5pPr>
              <a:defRPr sz="1950" b="0">
                <a:solidFill>
                  <a:srgbClr val="FFFFFF"/>
                </a:solidFill>
                <a:latin typeface="DejaVu Sans Mono"/>
                <a:ea typeface="DejaVu Sans Mono"/>
                <a:cs typeface="DejaVu Sans Mono"/>
              </a:defRPr>
            </a:lvl5pPr>
            <a:lvl6pPr>
              <a:defRPr sz="1950" b="0">
                <a:solidFill>
                  <a:srgbClr val="FFFFFF"/>
                </a:solidFill>
                <a:latin typeface="DejaVu Sans Mono"/>
                <a:ea typeface="DejaVu Sans Mono"/>
                <a:cs typeface="DejaVu Sans Mono"/>
              </a:defRPr>
            </a:lvl6pPr>
            <a:lvl7pPr>
              <a:defRPr sz="1950" b="0">
                <a:solidFill>
                  <a:srgbClr val="FFFFFF"/>
                </a:solidFill>
                <a:latin typeface="DejaVu Sans Mono"/>
                <a:ea typeface="DejaVu Sans Mono"/>
                <a:cs typeface="DejaVu Sans Mono"/>
              </a:defRPr>
            </a:lvl7pPr>
            <a:lvl8pPr>
              <a:defRPr sz="1950" b="0">
                <a:solidFill>
                  <a:srgbClr val="FFFFFF"/>
                </a:solidFill>
                <a:latin typeface="DejaVu Sans Mono"/>
                <a:ea typeface="DejaVu Sans Mono"/>
                <a:cs typeface="DejaVu Sans Mono"/>
              </a:defRPr>
            </a:lvl8pPr>
            <a:lvl9pPr>
              <a:defRPr sz="1950" b="0">
                <a:solidFill>
                  <a:srgbClr val="FFFFFF"/>
                </a:solidFill>
                <a:latin typeface="DejaVu Sans Mono"/>
                <a:ea typeface="DejaVu Sans Mono"/>
                <a:cs typeface="DejaVu Sans Mono"/>
              </a:defRPr>
            </a:lvl9pPr>
          </a:lstStyle>
          <a:p>
            <a:pPr>
              <a:defRPr sz="1950" b="0">
                <a:solidFill>
                  <a:srgbClr val="FFFFFF"/>
                </a:solidFill>
                <a:latin typeface="DejaVu Sans Mono"/>
                <a:ea typeface="DejaVu Sans Mono"/>
                <a:cs typeface="DejaVu Sans Mono"/>
              </a:defRPr>
            </a:pPr>
            <a:r>
              <a:rPr sz="1950" b="0">
                <a:solidFill>
                  <a:srgbClr val="FFFFFF"/>
                </a:solidFill>
                <a:latin typeface="DejaVu Sans Mono"/>
                <a:ea typeface="DejaVu Sans Mono"/>
                <a:cs typeface="DejaVu Sans Mono"/>
              </a:rPr>
              <a:t>git status</a:t>
            </a:r>
            <a:endParaRPr/>
          </a:p>
        </p:txBody>
      </p:sp>
      <p:sp>
        <p:nvSpPr>
          <p:cNvPr id="1385098501" name="text-65"/>
          <p:cNvSpPr>
            <a:spLocks noGrp="1"/>
          </p:cNvSpPr>
          <p:nvPr/>
        </p:nvSpPr>
        <p:spPr bwMode="auto">
          <a:xfrm>
            <a:off x="647700" y="6000750"/>
            <a:ext cx="10477500" cy="323850"/>
          </a:xfrm>
          <a:prstGeom prst="rect">
            <a:avLst/>
          </a:prstGeom>
          <a:noFill/>
          <a:ln w="0">
            <a:noFill/>
            <a:prstDash val="solid"/>
          </a:ln>
        </p:spPr>
        <p:txBody>
          <a:bodyPr wrap="square" lIns="0" tIns="0" rIns="0" bIns="0">
            <a:noAutofit/>
          </a:bodyPr>
          <a:lstStyle>
            <a:defPPr>
              <a:defRPr sz="1650" b="0">
                <a:solidFill>
                  <a:srgbClr val="D45B2C"/>
                </a:solidFill>
                <a:latin typeface="DejaVu Sans"/>
                <a:ea typeface="DejaVu Sans"/>
                <a:cs typeface="DejaVu Sans"/>
              </a:defRPr>
            </a:defPPr>
            <a:lvl1pPr>
              <a:defRPr sz="1650" b="0">
                <a:solidFill>
                  <a:srgbClr val="D45B2C"/>
                </a:solidFill>
                <a:latin typeface="DejaVu Sans"/>
                <a:ea typeface="DejaVu Sans"/>
                <a:cs typeface="DejaVu Sans"/>
              </a:defRPr>
            </a:lvl1pPr>
            <a:lvl2pPr>
              <a:defRPr sz="1650" b="0">
                <a:solidFill>
                  <a:srgbClr val="D45B2C"/>
                </a:solidFill>
                <a:latin typeface="DejaVu Sans"/>
                <a:ea typeface="DejaVu Sans"/>
                <a:cs typeface="DejaVu Sans"/>
              </a:defRPr>
            </a:lvl2pPr>
            <a:lvl3pPr>
              <a:defRPr sz="1650" b="0">
                <a:solidFill>
                  <a:srgbClr val="D45B2C"/>
                </a:solidFill>
                <a:latin typeface="DejaVu Sans"/>
                <a:ea typeface="DejaVu Sans"/>
                <a:cs typeface="DejaVu Sans"/>
              </a:defRPr>
            </a:lvl3pPr>
            <a:lvl4pPr>
              <a:defRPr sz="1650" b="0">
                <a:solidFill>
                  <a:srgbClr val="D45B2C"/>
                </a:solidFill>
                <a:latin typeface="DejaVu Sans"/>
                <a:ea typeface="DejaVu Sans"/>
                <a:cs typeface="DejaVu Sans"/>
              </a:defRPr>
            </a:lvl4pPr>
            <a:lvl5pPr>
              <a:defRPr sz="1650" b="0">
                <a:solidFill>
                  <a:srgbClr val="D45B2C"/>
                </a:solidFill>
                <a:latin typeface="DejaVu Sans"/>
                <a:ea typeface="DejaVu Sans"/>
                <a:cs typeface="DejaVu Sans"/>
              </a:defRPr>
            </a:lvl5pPr>
            <a:lvl6pPr>
              <a:defRPr sz="1650" b="0">
                <a:solidFill>
                  <a:srgbClr val="D45B2C"/>
                </a:solidFill>
                <a:latin typeface="DejaVu Sans"/>
                <a:ea typeface="DejaVu Sans"/>
                <a:cs typeface="DejaVu Sans"/>
              </a:defRPr>
            </a:lvl6pPr>
            <a:lvl7pPr>
              <a:defRPr sz="1650" b="0">
                <a:solidFill>
                  <a:srgbClr val="D45B2C"/>
                </a:solidFill>
                <a:latin typeface="DejaVu Sans"/>
                <a:ea typeface="DejaVu Sans"/>
                <a:cs typeface="DejaVu Sans"/>
              </a:defRPr>
            </a:lvl7pPr>
            <a:lvl8pPr>
              <a:defRPr sz="1650" b="0">
                <a:solidFill>
                  <a:srgbClr val="D45B2C"/>
                </a:solidFill>
                <a:latin typeface="DejaVu Sans"/>
                <a:ea typeface="DejaVu Sans"/>
                <a:cs typeface="DejaVu Sans"/>
              </a:defRPr>
            </a:lvl8pPr>
            <a:lvl9pPr>
              <a:defRPr sz="1650" b="0">
                <a:solidFill>
                  <a:srgbClr val="D45B2C"/>
                </a:solidFill>
                <a:latin typeface="DejaVu Sans"/>
                <a:ea typeface="DejaVu Sans"/>
                <a:cs typeface="DejaVu Sans"/>
              </a:defRPr>
            </a:lvl9pPr>
          </a:lstStyle>
          <a:p>
            <a:pPr>
              <a:defRPr sz="1650" b="0">
                <a:solidFill>
                  <a:srgbClr val="D45B2C"/>
                </a:solidFill>
                <a:latin typeface="DejaVu Sans"/>
                <a:ea typeface="DejaVu Sans"/>
                <a:cs typeface="DejaVu Sans"/>
              </a:defRPr>
            </a:pPr>
            <a:r>
              <a:rPr sz="1650" b="0">
                <a:solidFill>
                  <a:srgbClr val="D45B2C"/>
                </a:solidFill>
                <a:latin typeface="DejaVu Sans"/>
                <a:ea typeface="DejaVu Sans"/>
                <a:cs typeface="DejaVu Sans"/>
              </a:rPr>
              <a:t>Thay TEN_GITHUB bằng tài khoản của 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326267049" name="text-66"/>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Chương trình Python đầu tiên</a:t>
            </a:r>
            <a:endParaRPr/>
          </a:p>
        </p:txBody>
      </p:sp>
      <p:sp>
        <p:nvSpPr>
          <p:cNvPr id="200817724" name="text-67"/>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09</a:t>
            </a:r>
            <a:endParaRPr/>
          </a:p>
        </p:txBody>
      </p:sp>
      <p:sp>
        <p:nvSpPr>
          <p:cNvPr id="791040085" name="text-68"/>
          <p:cNvSpPr>
            <a:spLocks noGrp="1"/>
          </p:cNvSpPr>
          <p:nvPr/>
        </p:nvSpPr>
        <p:spPr bwMode="auto">
          <a:xfrm>
            <a:off x="647700" y="1762125"/>
            <a:ext cx="10477500" cy="409575"/>
          </a:xfrm>
          <a:prstGeom prst="rect">
            <a:avLst/>
          </a:prstGeom>
          <a:noFill/>
          <a:ln w="0">
            <a:noFill/>
            <a:prstDash val="solid"/>
          </a:ln>
        </p:spPr>
        <p:txBody>
          <a:bodyPr wrap="square" lIns="0" tIns="0" rIns="0" bIns="0">
            <a:noAutofit/>
          </a:bodyPr>
          <a:lstStyle>
            <a:defPPr>
              <a:defRPr sz="1900" b="0">
                <a:solidFill>
                  <a:srgbClr val="52616A"/>
                </a:solidFill>
                <a:latin typeface="DejaVu Sans"/>
                <a:ea typeface="DejaVu Sans"/>
                <a:cs typeface="DejaVu Sans"/>
              </a:defRPr>
            </a:defPPr>
            <a:lvl1pPr>
              <a:defRPr sz="1900" b="0">
                <a:solidFill>
                  <a:srgbClr val="52616A"/>
                </a:solidFill>
                <a:latin typeface="DejaVu Sans"/>
                <a:ea typeface="DejaVu Sans"/>
                <a:cs typeface="DejaVu Sans"/>
              </a:defRPr>
            </a:lvl1pPr>
            <a:lvl2pPr>
              <a:defRPr sz="1900" b="0">
                <a:solidFill>
                  <a:srgbClr val="52616A"/>
                </a:solidFill>
                <a:latin typeface="DejaVu Sans"/>
                <a:ea typeface="DejaVu Sans"/>
                <a:cs typeface="DejaVu Sans"/>
              </a:defRPr>
            </a:lvl2pPr>
            <a:lvl3pPr>
              <a:defRPr sz="1900" b="0">
                <a:solidFill>
                  <a:srgbClr val="52616A"/>
                </a:solidFill>
                <a:latin typeface="DejaVu Sans"/>
                <a:ea typeface="DejaVu Sans"/>
                <a:cs typeface="DejaVu Sans"/>
              </a:defRPr>
            </a:lvl3pPr>
            <a:lvl4pPr>
              <a:defRPr sz="1900" b="0">
                <a:solidFill>
                  <a:srgbClr val="52616A"/>
                </a:solidFill>
                <a:latin typeface="DejaVu Sans"/>
                <a:ea typeface="DejaVu Sans"/>
                <a:cs typeface="DejaVu Sans"/>
              </a:defRPr>
            </a:lvl4pPr>
            <a:lvl5pPr>
              <a:defRPr sz="1900" b="0">
                <a:solidFill>
                  <a:srgbClr val="52616A"/>
                </a:solidFill>
                <a:latin typeface="DejaVu Sans"/>
                <a:ea typeface="DejaVu Sans"/>
                <a:cs typeface="DejaVu Sans"/>
              </a:defRPr>
            </a:lvl5pPr>
            <a:lvl6pPr>
              <a:defRPr sz="1900" b="0">
                <a:solidFill>
                  <a:srgbClr val="52616A"/>
                </a:solidFill>
                <a:latin typeface="DejaVu Sans"/>
                <a:ea typeface="DejaVu Sans"/>
                <a:cs typeface="DejaVu Sans"/>
              </a:defRPr>
            </a:lvl6pPr>
            <a:lvl7pPr>
              <a:defRPr sz="1900" b="0">
                <a:solidFill>
                  <a:srgbClr val="52616A"/>
                </a:solidFill>
                <a:latin typeface="DejaVu Sans"/>
                <a:ea typeface="DejaVu Sans"/>
                <a:cs typeface="DejaVu Sans"/>
              </a:defRPr>
            </a:lvl7pPr>
            <a:lvl8pPr>
              <a:defRPr sz="1900" b="0">
                <a:solidFill>
                  <a:srgbClr val="52616A"/>
                </a:solidFill>
                <a:latin typeface="DejaVu Sans"/>
                <a:ea typeface="DejaVu Sans"/>
                <a:cs typeface="DejaVu Sans"/>
              </a:defRPr>
            </a:lvl8pPr>
            <a:lvl9pPr>
              <a:defRPr sz="1900" b="0">
                <a:solidFill>
                  <a:srgbClr val="52616A"/>
                </a:solidFill>
                <a:latin typeface="DejaVu Sans"/>
                <a:ea typeface="DejaVu Sans"/>
                <a:cs typeface="DejaVu Sans"/>
              </a:defRPr>
            </a:lvl9pPr>
          </a:lstStyle>
          <a:p>
            <a:pPr>
              <a:defRPr sz="1900" b="0">
                <a:solidFill>
                  <a:srgbClr val="52616A"/>
                </a:solidFill>
                <a:latin typeface="DejaVu Sans"/>
                <a:ea typeface="DejaVu Sans"/>
                <a:cs typeface="DejaVu Sans"/>
              </a:defRPr>
            </a:pPr>
            <a:r>
              <a:rPr sz="1900" b="0">
                <a:solidFill>
                  <a:srgbClr val="52616A"/>
                </a:solidFill>
                <a:latin typeface="DejaVu Sans"/>
                <a:ea typeface="DejaVu Sans"/>
                <a:cs typeface="DejaVu Sans"/>
              </a:rPr>
              <a:t>File buoi_01/hello.py</a:t>
            </a:r>
            <a:endParaRPr/>
          </a:p>
        </p:txBody>
      </p:sp>
      <p:sp>
        <p:nvSpPr>
          <p:cNvPr id="1116984385" name="surface-69"/>
          <p:cNvSpPr>
            <a:spLocks noGrp="1"/>
          </p:cNvSpPr>
          <p:nvPr/>
        </p:nvSpPr>
        <p:spPr bwMode="auto">
          <a:xfrm>
            <a:off x="647700" y="2371725"/>
            <a:ext cx="10858500" cy="933450"/>
          </a:xfrm>
          <a:prstGeom prst="rect">
            <a:avLst/>
          </a:prstGeom>
          <a:solidFill>
            <a:srgbClr val="152B37"/>
          </a:solidFill>
          <a:ln w="0">
            <a:noFill/>
            <a:prstDash val="solid"/>
          </a:ln>
        </p:spPr>
      </p:sp>
      <p:sp>
        <p:nvSpPr>
          <p:cNvPr id="355106802" name="text-70"/>
          <p:cNvSpPr>
            <a:spLocks noGrp="1"/>
          </p:cNvSpPr>
          <p:nvPr/>
        </p:nvSpPr>
        <p:spPr bwMode="auto">
          <a:xfrm>
            <a:off x="895350" y="2562225"/>
            <a:ext cx="10363200" cy="552450"/>
          </a:xfrm>
          <a:prstGeom prst="rect">
            <a:avLst/>
          </a:prstGeom>
          <a:noFill/>
          <a:ln w="0">
            <a:noFill/>
            <a:prstDash val="solid"/>
          </a:ln>
        </p:spPr>
        <p:txBody>
          <a:bodyPr wrap="square" lIns="0" tIns="0" rIns="0" bIns="0">
            <a:noAutofit/>
          </a:bodyPr>
          <a:lstStyle>
            <a:defPPr>
              <a:defRPr sz="2700" b="0">
                <a:solidFill>
                  <a:srgbClr val="FFFFFF"/>
                </a:solidFill>
                <a:latin typeface="DejaVu Sans Mono"/>
                <a:ea typeface="DejaVu Sans Mono"/>
                <a:cs typeface="DejaVu Sans Mono"/>
              </a:defRPr>
            </a:defPPr>
            <a:lvl1pPr>
              <a:defRPr sz="2700" b="0">
                <a:solidFill>
                  <a:srgbClr val="FFFFFF"/>
                </a:solidFill>
                <a:latin typeface="DejaVu Sans Mono"/>
                <a:ea typeface="DejaVu Sans Mono"/>
                <a:cs typeface="DejaVu Sans Mono"/>
              </a:defRPr>
            </a:lvl1pPr>
            <a:lvl2pPr>
              <a:defRPr sz="2700" b="0">
                <a:solidFill>
                  <a:srgbClr val="FFFFFF"/>
                </a:solidFill>
                <a:latin typeface="DejaVu Sans Mono"/>
                <a:ea typeface="DejaVu Sans Mono"/>
                <a:cs typeface="DejaVu Sans Mono"/>
              </a:defRPr>
            </a:lvl2pPr>
            <a:lvl3pPr>
              <a:defRPr sz="2700" b="0">
                <a:solidFill>
                  <a:srgbClr val="FFFFFF"/>
                </a:solidFill>
                <a:latin typeface="DejaVu Sans Mono"/>
                <a:ea typeface="DejaVu Sans Mono"/>
                <a:cs typeface="DejaVu Sans Mono"/>
              </a:defRPr>
            </a:lvl3pPr>
            <a:lvl4pPr>
              <a:defRPr sz="2700" b="0">
                <a:solidFill>
                  <a:srgbClr val="FFFFFF"/>
                </a:solidFill>
                <a:latin typeface="DejaVu Sans Mono"/>
                <a:ea typeface="DejaVu Sans Mono"/>
                <a:cs typeface="DejaVu Sans Mono"/>
              </a:defRPr>
            </a:lvl4pPr>
            <a:lvl5pPr>
              <a:defRPr sz="2700" b="0">
                <a:solidFill>
                  <a:srgbClr val="FFFFFF"/>
                </a:solidFill>
                <a:latin typeface="DejaVu Sans Mono"/>
                <a:ea typeface="DejaVu Sans Mono"/>
                <a:cs typeface="DejaVu Sans Mono"/>
              </a:defRPr>
            </a:lvl5pPr>
            <a:lvl6pPr>
              <a:defRPr sz="2700" b="0">
                <a:solidFill>
                  <a:srgbClr val="FFFFFF"/>
                </a:solidFill>
                <a:latin typeface="DejaVu Sans Mono"/>
                <a:ea typeface="DejaVu Sans Mono"/>
                <a:cs typeface="DejaVu Sans Mono"/>
              </a:defRPr>
            </a:lvl6pPr>
            <a:lvl7pPr>
              <a:defRPr sz="2700" b="0">
                <a:solidFill>
                  <a:srgbClr val="FFFFFF"/>
                </a:solidFill>
                <a:latin typeface="DejaVu Sans Mono"/>
                <a:ea typeface="DejaVu Sans Mono"/>
                <a:cs typeface="DejaVu Sans Mono"/>
              </a:defRPr>
            </a:lvl7pPr>
            <a:lvl8pPr>
              <a:defRPr sz="2700" b="0">
                <a:solidFill>
                  <a:srgbClr val="FFFFFF"/>
                </a:solidFill>
                <a:latin typeface="DejaVu Sans Mono"/>
                <a:ea typeface="DejaVu Sans Mono"/>
                <a:cs typeface="DejaVu Sans Mono"/>
              </a:defRPr>
            </a:lvl8pPr>
            <a:lvl9pPr>
              <a:defRPr sz="2700" b="0">
                <a:solidFill>
                  <a:srgbClr val="FFFFFF"/>
                </a:solidFill>
                <a:latin typeface="DejaVu Sans Mono"/>
                <a:ea typeface="DejaVu Sans Mono"/>
                <a:cs typeface="DejaVu Sans Mono"/>
              </a:defRPr>
            </a:lvl9pPr>
          </a:lstStyle>
          <a:p>
            <a:pPr>
              <a:defRPr sz="2700" b="0">
                <a:solidFill>
                  <a:srgbClr val="FFFFFF"/>
                </a:solidFill>
                <a:latin typeface="DejaVu Sans Mono"/>
                <a:ea typeface="DejaVu Sans Mono"/>
                <a:cs typeface="DejaVu Sans Mono"/>
              </a:defRPr>
            </a:pPr>
            <a:r>
              <a:rPr sz="2700" b="0">
                <a:solidFill>
                  <a:srgbClr val="FFFFFF"/>
                </a:solidFill>
                <a:latin typeface="DejaVu Sans Mono"/>
                <a:ea typeface="DejaVu Sans Mono"/>
                <a:cs typeface="DejaVu Sans Mono"/>
              </a:rPr>
              <a:t>print("Xin chao HIT!")</a:t>
            </a:r>
            <a:endParaRPr/>
          </a:p>
        </p:txBody>
      </p:sp>
      <p:sp>
        <p:nvSpPr>
          <p:cNvPr id="161222712" name="text-71"/>
          <p:cNvSpPr>
            <a:spLocks noGrp="1"/>
          </p:cNvSpPr>
          <p:nvPr/>
        </p:nvSpPr>
        <p:spPr bwMode="auto">
          <a:xfrm>
            <a:off x="647700" y="3790949"/>
            <a:ext cx="10477500" cy="428625"/>
          </a:xfrm>
          <a:prstGeom prst="rect">
            <a:avLst/>
          </a:prstGeom>
          <a:noFill/>
          <a:ln w="0">
            <a:noFill/>
            <a:prstDash val="solid"/>
          </a:ln>
        </p:spPr>
        <p:txBody>
          <a:bodyPr wrap="square" lIns="0" tIns="0" rIns="0" bIns="0">
            <a:noAutofit/>
          </a:bodyPr>
          <a:lstStyle>
            <a:defPPr>
              <a:defRPr sz="2100" b="0">
                <a:solidFill>
                  <a:srgbClr val="172B39"/>
                </a:solidFill>
                <a:latin typeface="DejaVu Sans"/>
                <a:ea typeface="DejaVu Sans"/>
                <a:cs typeface="DejaVu Sans"/>
              </a:defRPr>
            </a:defPPr>
            <a:lvl1pPr>
              <a:defRPr sz="2100" b="0">
                <a:solidFill>
                  <a:srgbClr val="172B39"/>
                </a:solidFill>
                <a:latin typeface="DejaVu Sans"/>
                <a:ea typeface="DejaVu Sans"/>
                <a:cs typeface="DejaVu Sans"/>
              </a:defRPr>
            </a:lvl1pPr>
            <a:lvl2pPr>
              <a:defRPr sz="2100" b="0">
                <a:solidFill>
                  <a:srgbClr val="172B39"/>
                </a:solidFill>
                <a:latin typeface="DejaVu Sans"/>
                <a:ea typeface="DejaVu Sans"/>
                <a:cs typeface="DejaVu Sans"/>
              </a:defRPr>
            </a:lvl2pPr>
            <a:lvl3pPr>
              <a:defRPr sz="2100" b="0">
                <a:solidFill>
                  <a:srgbClr val="172B39"/>
                </a:solidFill>
                <a:latin typeface="DejaVu Sans"/>
                <a:ea typeface="DejaVu Sans"/>
                <a:cs typeface="DejaVu Sans"/>
              </a:defRPr>
            </a:lvl3pPr>
            <a:lvl4pPr>
              <a:defRPr sz="2100" b="0">
                <a:solidFill>
                  <a:srgbClr val="172B39"/>
                </a:solidFill>
                <a:latin typeface="DejaVu Sans"/>
                <a:ea typeface="DejaVu Sans"/>
                <a:cs typeface="DejaVu Sans"/>
              </a:defRPr>
            </a:lvl4pPr>
            <a:lvl5pPr>
              <a:defRPr sz="2100" b="0">
                <a:solidFill>
                  <a:srgbClr val="172B39"/>
                </a:solidFill>
                <a:latin typeface="DejaVu Sans"/>
                <a:ea typeface="DejaVu Sans"/>
                <a:cs typeface="DejaVu Sans"/>
              </a:defRPr>
            </a:lvl5pPr>
            <a:lvl6pPr>
              <a:defRPr sz="2100" b="0">
                <a:solidFill>
                  <a:srgbClr val="172B39"/>
                </a:solidFill>
                <a:latin typeface="DejaVu Sans"/>
                <a:ea typeface="DejaVu Sans"/>
                <a:cs typeface="DejaVu Sans"/>
              </a:defRPr>
            </a:lvl6pPr>
            <a:lvl7pPr>
              <a:defRPr sz="2100" b="0">
                <a:solidFill>
                  <a:srgbClr val="172B39"/>
                </a:solidFill>
                <a:latin typeface="DejaVu Sans"/>
                <a:ea typeface="DejaVu Sans"/>
                <a:cs typeface="DejaVu Sans"/>
              </a:defRPr>
            </a:lvl7pPr>
            <a:lvl8pPr>
              <a:defRPr sz="2100" b="0">
                <a:solidFill>
                  <a:srgbClr val="172B39"/>
                </a:solidFill>
                <a:latin typeface="DejaVu Sans"/>
                <a:ea typeface="DejaVu Sans"/>
                <a:cs typeface="DejaVu Sans"/>
              </a:defRPr>
            </a:lvl8pPr>
            <a:lvl9pPr>
              <a:defRPr sz="2100" b="0">
                <a:solidFill>
                  <a:srgbClr val="172B39"/>
                </a:solidFill>
                <a:latin typeface="DejaVu Sans"/>
                <a:ea typeface="DejaVu Sans"/>
                <a:cs typeface="DejaVu Sans"/>
              </a:defRPr>
            </a:lvl9pPr>
          </a:lstStyle>
          <a:p>
            <a:pPr>
              <a:defRPr sz="2100" b="0">
                <a:solidFill>
                  <a:srgbClr val="172B39"/>
                </a:solidFill>
                <a:latin typeface="DejaVu Sans"/>
                <a:ea typeface="DejaVu Sans"/>
                <a:cs typeface="DejaVu Sans"/>
              </a:defRPr>
            </a:pPr>
            <a:r>
              <a:rPr sz="2100" b="0">
                <a:solidFill>
                  <a:srgbClr val="172B39"/>
                </a:solidFill>
                <a:latin typeface="DejaVu Sans"/>
                <a:ea typeface="DejaVu Sans"/>
                <a:cs typeface="DejaVu Sans"/>
              </a:rPr>
              <a:t>Chạy trong thư mục gốc của repo</a:t>
            </a:r>
            <a:endParaRPr/>
          </a:p>
        </p:txBody>
      </p:sp>
      <p:sp>
        <p:nvSpPr>
          <p:cNvPr id="44442408" name="surface-72"/>
          <p:cNvSpPr>
            <a:spLocks noGrp="1"/>
          </p:cNvSpPr>
          <p:nvPr/>
        </p:nvSpPr>
        <p:spPr bwMode="auto">
          <a:xfrm>
            <a:off x="647700" y="4457700"/>
            <a:ext cx="10858500" cy="838200"/>
          </a:xfrm>
          <a:prstGeom prst="rect">
            <a:avLst/>
          </a:prstGeom>
          <a:solidFill>
            <a:srgbClr val="EAEDE9"/>
          </a:solidFill>
          <a:ln w="0">
            <a:noFill/>
            <a:prstDash val="solid"/>
          </a:ln>
        </p:spPr>
      </p:sp>
      <p:sp>
        <p:nvSpPr>
          <p:cNvPr id="603525648" name="text-73"/>
          <p:cNvSpPr>
            <a:spLocks noGrp="1"/>
          </p:cNvSpPr>
          <p:nvPr/>
        </p:nvSpPr>
        <p:spPr bwMode="auto">
          <a:xfrm>
            <a:off x="895350" y="4648200"/>
            <a:ext cx="10363200" cy="457200"/>
          </a:xfrm>
          <a:prstGeom prst="rect">
            <a:avLst/>
          </a:prstGeom>
          <a:noFill/>
          <a:ln w="0">
            <a:noFill/>
            <a:prstDash val="solid"/>
          </a:ln>
        </p:spPr>
        <p:txBody>
          <a:bodyPr wrap="square" lIns="0" tIns="0" rIns="0" bIns="0">
            <a:noAutofit/>
          </a:bodyPr>
          <a:lstStyle>
            <a:defPPr>
              <a:defRPr sz="2400" b="0">
                <a:solidFill>
                  <a:srgbClr val="172B39"/>
                </a:solidFill>
                <a:latin typeface="DejaVu Sans Mono"/>
                <a:ea typeface="DejaVu Sans Mono"/>
                <a:cs typeface="DejaVu Sans Mono"/>
              </a:defRPr>
            </a:defPPr>
            <a:lvl1pPr>
              <a:defRPr sz="2400" b="0">
                <a:solidFill>
                  <a:srgbClr val="172B39"/>
                </a:solidFill>
                <a:latin typeface="DejaVu Sans Mono"/>
                <a:ea typeface="DejaVu Sans Mono"/>
                <a:cs typeface="DejaVu Sans Mono"/>
              </a:defRPr>
            </a:lvl1pPr>
            <a:lvl2pPr>
              <a:defRPr sz="2400" b="0">
                <a:solidFill>
                  <a:srgbClr val="172B39"/>
                </a:solidFill>
                <a:latin typeface="DejaVu Sans Mono"/>
                <a:ea typeface="DejaVu Sans Mono"/>
                <a:cs typeface="DejaVu Sans Mono"/>
              </a:defRPr>
            </a:lvl2pPr>
            <a:lvl3pPr>
              <a:defRPr sz="2400" b="0">
                <a:solidFill>
                  <a:srgbClr val="172B39"/>
                </a:solidFill>
                <a:latin typeface="DejaVu Sans Mono"/>
                <a:ea typeface="DejaVu Sans Mono"/>
                <a:cs typeface="DejaVu Sans Mono"/>
              </a:defRPr>
            </a:lvl3pPr>
            <a:lvl4pPr>
              <a:defRPr sz="2400" b="0">
                <a:solidFill>
                  <a:srgbClr val="172B39"/>
                </a:solidFill>
                <a:latin typeface="DejaVu Sans Mono"/>
                <a:ea typeface="DejaVu Sans Mono"/>
                <a:cs typeface="DejaVu Sans Mono"/>
              </a:defRPr>
            </a:lvl4pPr>
            <a:lvl5pPr>
              <a:defRPr sz="2400" b="0">
                <a:solidFill>
                  <a:srgbClr val="172B39"/>
                </a:solidFill>
                <a:latin typeface="DejaVu Sans Mono"/>
                <a:ea typeface="DejaVu Sans Mono"/>
                <a:cs typeface="DejaVu Sans Mono"/>
              </a:defRPr>
            </a:lvl5pPr>
            <a:lvl6pPr>
              <a:defRPr sz="2400" b="0">
                <a:solidFill>
                  <a:srgbClr val="172B39"/>
                </a:solidFill>
                <a:latin typeface="DejaVu Sans Mono"/>
                <a:ea typeface="DejaVu Sans Mono"/>
                <a:cs typeface="DejaVu Sans Mono"/>
              </a:defRPr>
            </a:lvl6pPr>
            <a:lvl7pPr>
              <a:defRPr sz="2400" b="0">
                <a:solidFill>
                  <a:srgbClr val="172B39"/>
                </a:solidFill>
                <a:latin typeface="DejaVu Sans Mono"/>
                <a:ea typeface="DejaVu Sans Mono"/>
                <a:cs typeface="DejaVu Sans Mono"/>
              </a:defRPr>
            </a:lvl7pPr>
            <a:lvl8pPr>
              <a:defRPr sz="2400" b="0">
                <a:solidFill>
                  <a:srgbClr val="172B39"/>
                </a:solidFill>
                <a:latin typeface="DejaVu Sans Mono"/>
                <a:ea typeface="DejaVu Sans Mono"/>
                <a:cs typeface="DejaVu Sans Mono"/>
              </a:defRPr>
            </a:lvl8pPr>
            <a:lvl9pPr>
              <a:defRPr sz="2400" b="0">
                <a:solidFill>
                  <a:srgbClr val="172B39"/>
                </a:solidFill>
                <a:latin typeface="DejaVu Sans Mono"/>
                <a:ea typeface="DejaVu Sans Mono"/>
                <a:cs typeface="DejaVu Sans Mono"/>
              </a:defRPr>
            </a:lvl9pPr>
          </a:lstStyle>
          <a:p>
            <a:pPr>
              <a:defRPr sz="2400" b="0">
                <a:solidFill>
                  <a:srgbClr val="172B39"/>
                </a:solidFill>
                <a:latin typeface="DejaVu Sans Mono"/>
                <a:ea typeface="DejaVu Sans Mono"/>
                <a:cs typeface="DejaVu Sans Mono"/>
              </a:defRPr>
            </a:pPr>
            <a:r>
              <a:rPr sz="2400" b="0">
                <a:solidFill>
                  <a:srgbClr val="172B39"/>
                </a:solidFill>
                <a:latin typeface="DejaVu Sans Mono"/>
                <a:ea typeface="DejaVu Sans Mono"/>
                <a:cs typeface="DejaVu Sans Mono"/>
              </a:rPr>
              <a:t>python buoi_01/hello.py</a:t>
            </a:r>
            <a:endParaRPr/>
          </a:p>
        </p:txBody>
      </p:sp>
      <p:sp>
        <p:nvSpPr>
          <p:cNvPr id="1229552385" name="text-74"/>
          <p:cNvSpPr>
            <a:spLocks noGrp="1"/>
          </p:cNvSpPr>
          <p:nvPr/>
        </p:nvSpPr>
        <p:spPr bwMode="auto">
          <a:xfrm>
            <a:off x="647700" y="5829300"/>
            <a:ext cx="10477500" cy="352425"/>
          </a:xfrm>
          <a:prstGeom prst="rect">
            <a:avLst/>
          </a:prstGeom>
          <a:noFill/>
          <a:ln w="0">
            <a:noFill/>
            <a:prstDash val="solid"/>
          </a:ln>
        </p:spPr>
        <p:txBody>
          <a:bodyPr wrap="square" lIns="0" tIns="0" rIns="0" bIns="0">
            <a:noAutofit/>
          </a:bodyPr>
          <a:lstStyle>
            <a:defPPr>
              <a:defRPr sz="2100" b="1">
                <a:solidFill>
                  <a:srgbClr val="306998"/>
                </a:solidFill>
                <a:latin typeface="DejaVu Sans"/>
                <a:ea typeface="DejaVu Sans"/>
                <a:cs typeface="DejaVu Sans"/>
              </a:defRPr>
            </a:defPPr>
            <a:lvl1pPr>
              <a:defRPr sz="2100" b="1">
                <a:solidFill>
                  <a:srgbClr val="306998"/>
                </a:solidFill>
                <a:latin typeface="DejaVu Sans"/>
                <a:ea typeface="DejaVu Sans"/>
                <a:cs typeface="DejaVu Sans"/>
              </a:defRPr>
            </a:lvl1pPr>
            <a:lvl2pPr>
              <a:defRPr sz="2100" b="1">
                <a:solidFill>
                  <a:srgbClr val="306998"/>
                </a:solidFill>
                <a:latin typeface="DejaVu Sans"/>
                <a:ea typeface="DejaVu Sans"/>
                <a:cs typeface="DejaVu Sans"/>
              </a:defRPr>
            </a:lvl2pPr>
            <a:lvl3pPr>
              <a:defRPr sz="2100" b="1">
                <a:solidFill>
                  <a:srgbClr val="306998"/>
                </a:solidFill>
                <a:latin typeface="DejaVu Sans"/>
                <a:ea typeface="DejaVu Sans"/>
                <a:cs typeface="DejaVu Sans"/>
              </a:defRPr>
            </a:lvl3pPr>
            <a:lvl4pPr>
              <a:defRPr sz="2100" b="1">
                <a:solidFill>
                  <a:srgbClr val="306998"/>
                </a:solidFill>
                <a:latin typeface="DejaVu Sans"/>
                <a:ea typeface="DejaVu Sans"/>
                <a:cs typeface="DejaVu Sans"/>
              </a:defRPr>
            </a:lvl4pPr>
            <a:lvl5pPr>
              <a:defRPr sz="2100" b="1">
                <a:solidFill>
                  <a:srgbClr val="306998"/>
                </a:solidFill>
                <a:latin typeface="DejaVu Sans"/>
                <a:ea typeface="DejaVu Sans"/>
                <a:cs typeface="DejaVu Sans"/>
              </a:defRPr>
            </a:lvl5pPr>
            <a:lvl6pPr>
              <a:defRPr sz="2100" b="1">
                <a:solidFill>
                  <a:srgbClr val="306998"/>
                </a:solidFill>
                <a:latin typeface="DejaVu Sans"/>
                <a:ea typeface="DejaVu Sans"/>
                <a:cs typeface="DejaVu Sans"/>
              </a:defRPr>
            </a:lvl6pPr>
            <a:lvl7pPr>
              <a:defRPr sz="2100" b="1">
                <a:solidFill>
                  <a:srgbClr val="306998"/>
                </a:solidFill>
                <a:latin typeface="DejaVu Sans"/>
                <a:ea typeface="DejaVu Sans"/>
                <a:cs typeface="DejaVu Sans"/>
              </a:defRPr>
            </a:lvl7pPr>
            <a:lvl8pPr>
              <a:defRPr sz="2100" b="1">
                <a:solidFill>
                  <a:srgbClr val="306998"/>
                </a:solidFill>
                <a:latin typeface="DejaVu Sans"/>
                <a:ea typeface="DejaVu Sans"/>
                <a:cs typeface="DejaVu Sans"/>
              </a:defRPr>
            </a:lvl8pPr>
            <a:lvl9pPr>
              <a:defRPr sz="2100" b="1">
                <a:solidFill>
                  <a:srgbClr val="306998"/>
                </a:solidFill>
                <a:latin typeface="DejaVu Sans"/>
                <a:ea typeface="DejaVu Sans"/>
                <a:cs typeface="DejaVu Sans"/>
              </a:defRPr>
            </a:lvl9pPr>
          </a:lstStyle>
          <a:p>
            <a:pPr>
              <a:defRPr sz="2100" b="1">
                <a:solidFill>
                  <a:srgbClr val="306998"/>
                </a:solidFill>
                <a:latin typeface="DejaVu Sans"/>
                <a:ea typeface="DejaVu Sans"/>
                <a:cs typeface="DejaVu Sans"/>
              </a:defRPr>
            </a:pPr>
            <a:r>
              <a:rPr sz="2100" b="1">
                <a:solidFill>
                  <a:srgbClr val="306998"/>
                </a:solidFill>
                <a:latin typeface="DejaVu Sans"/>
                <a:ea typeface="DejaVu Sans"/>
                <a:cs typeface="DejaVu Sans"/>
              </a:rPr>
              <a:t>Kết quả: Xin chao HIT!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cxnSp>
        <p:nvCxnSpPr>
          <p:cNvPr id="1356664095" name=""/>
          <p:cNvCxnSpPr>
            <a:stCxn id="308658534" idx="3"/>
            <a:endCxn id="1067384253" idx="1"/>
          </p:cNvCxnSpPr>
          <p:nvPr/>
        </p:nvCxnSpPr>
        <p:spPr bwMode="auto">
          <a:xfrm>
            <a:off x="3524250" y="5057775"/>
            <a:ext cx="2457450" cy="0"/>
          </a:xfrm>
          <a:prstGeom prst="straightConnector1">
            <a:avLst/>
          </a:prstGeom>
          <a:ln w="28575">
            <a:solidFill>
              <a:srgbClr val="D45B2C"/>
            </a:solidFill>
            <a:prstDash val="solid"/>
            <a:tailEnd type="arrow" w="med" len="med"/>
          </a:ln>
        </p:spPr>
      </p:cxnSp>
      <p:sp>
        <p:nvSpPr>
          <p:cNvPr id="1497085470" name="text-75"/>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Biến và phép gán</a:t>
            </a:r>
            <a:endParaRPr/>
          </a:p>
        </p:txBody>
      </p:sp>
      <p:sp>
        <p:nvSpPr>
          <p:cNvPr id="873622185" name="text-76"/>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10</a:t>
            </a:r>
            <a:endParaRPr/>
          </a:p>
        </p:txBody>
      </p:sp>
      <p:sp>
        <p:nvSpPr>
          <p:cNvPr id="2059281994" name="surface-77"/>
          <p:cNvSpPr>
            <a:spLocks noGrp="1"/>
          </p:cNvSpPr>
          <p:nvPr/>
        </p:nvSpPr>
        <p:spPr bwMode="auto">
          <a:xfrm>
            <a:off x="647700" y="1771650"/>
            <a:ext cx="10858500" cy="2266950"/>
          </a:xfrm>
          <a:prstGeom prst="rect">
            <a:avLst/>
          </a:prstGeom>
          <a:solidFill>
            <a:srgbClr val="152B37"/>
          </a:solidFill>
          <a:ln w="0">
            <a:noFill/>
            <a:prstDash val="solid"/>
          </a:ln>
        </p:spPr>
      </p:sp>
      <p:sp>
        <p:nvSpPr>
          <p:cNvPr id="1259476267" name="text-78"/>
          <p:cNvSpPr>
            <a:spLocks noGrp="1"/>
          </p:cNvSpPr>
          <p:nvPr/>
        </p:nvSpPr>
        <p:spPr bwMode="auto">
          <a:xfrm>
            <a:off x="895350" y="1962150"/>
            <a:ext cx="10363200" cy="628650"/>
          </a:xfrm>
          <a:prstGeom prst="rect">
            <a:avLst/>
          </a:prstGeom>
          <a:noFill/>
          <a:ln w="0">
            <a:noFill/>
            <a:prstDash val="solid"/>
          </a:ln>
        </p:spPr>
        <p:txBody>
          <a:bodyPr wrap="square" lIns="0" tIns="0" rIns="0" bIns="0">
            <a:noAutofit/>
          </a:bodyPr>
          <a:lstStyle>
            <a:defPPr>
              <a:defRPr sz="2850" b="0">
                <a:solidFill>
                  <a:srgbClr val="FFFFFF"/>
                </a:solidFill>
                <a:latin typeface="DejaVu Sans Mono"/>
                <a:ea typeface="DejaVu Sans Mono"/>
                <a:cs typeface="DejaVu Sans Mono"/>
              </a:defRPr>
            </a:defPPr>
            <a:lvl1pPr>
              <a:defRPr sz="2850" b="0">
                <a:solidFill>
                  <a:srgbClr val="FFFFFF"/>
                </a:solidFill>
                <a:latin typeface="DejaVu Sans Mono"/>
                <a:ea typeface="DejaVu Sans Mono"/>
                <a:cs typeface="DejaVu Sans Mono"/>
              </a:defRPr>
            </a:lvl1pPr>
            <a:lvl2pPr>
              <a:defRPr sz="2850" b="0">
                <a:solidFill>
                  <a:srgbClr val="FFFFFF"/>
                </a:solidFill>
                <a:latin typeface="DejaVu Sans Mono"/>
                <a:ea typeface="DejaVu Sans Mono"/>
                <a:cs typeface="DejaVu Sans Mono"/>
              </a:defRPr>
            </a:lvl2pPr>
            <a:lvl3pPr>
              <a:defRPr sz="2850" b="0">
                <a:solidFill>
                  <a:srgbClr val="FFFFFF"/>
                </a:solidFill>
                <a:latin typeface="DejaVu Sans Mono"/>
                <a:ea typeface="DejaVu Sans Mono"/>
                <a:cs typeface="DejaVu Sans Mono"/>
              </a:defRPr>
            </a:lvl3pPr>
            <a:lvl4pPr>
              <a:defRPr sz="2850" b="0">
                <a:solidFill>
                  <a:srgbClr val="FFFFFF"/>
                </a:solidFill>
                <a:latin typeface="DejaVu Sans Mono"/>
                <a:ea typeface="DejaVu Sans Mono"/>
                <a:cs typeface="DejaVu Sans Mono"/>
              </a:defRPr>
            </a:lvl4pPr>
            <a:lvl5pPr>
              <a:defRPr sz="2850" b="0">
                <a:solidFill>
                  <a:srgbClr val="FFFFFF"/>
                </a:solidFill>
                <a:latin typeface="DejaVu Sans Mono"/>
                <a:ea typeface="DejaVu Sans Mono"/>
                <a:cs typeface="DejaVu Sans Mono"/>
              </a:defRPr>
            </a:lvl5pPr>
            <a:lvl6pPr>
              <a:defRPr sz="2850" b="0">
                <a:solidFill>
                  <a:srgbClr val="FFFFFF"/>
                </a:solidFill>
                <a:latin typeface="DejaVu Sans Mono"/>
                <a:ea typeface="DejaVu Sans Mono"/>
                <a:cs typeface="DejaVu Sans Mono"/>
              </a:defRPr>
            </a:lvl6pPr>
            <a:lvl7pPr>
              <a:defRPr sz="2850" b="0">
                <a:solidFill>
                  <a:srgbClr val="FFFFFF"/>
                </a:solidFill>
                <a:latin typeface="DejaVu Sans Mono"/>
                <a:ea typeface="DejaVu Sans Mono"/>
                <a:cs typeface="DejaVu Sans Mono"/>
              </a:defRPr>
            </a:lvl7pPr>
            <a:lvl8pPr>
              <a:defRPr sz="2850" b="0">
                <a:solidFill>
                  <a:srgbClr val="FFFFFF"/>
                </a:solidFill>
                <a:latin typeface="DejaVu Sans Mono"/>
                <a:ea typeface="DejaVu Sans Mono"/>
                <a:cs typeface="DejaVu Sans Mono"/>
              </a:defRPr>
            </a:lvl8pPr>
            <a:lvl9pPr>
              <a:defRPr sz="2850" b="0">
                <a:solidFill>
                  <a:srgbClr val="FFFFFF"/>
                </a:solidFill>
                <a:latin typeface="DejaVu Sans Mono"/>
                <a:ea typeface="DejaVu Sans Mono"/>
                <a:cs typeface="DejaVu Sans Mono"/>
              </a:defRPr>
            </a:lvl9pPr>
          </a:lstStyle>
          <a:p>
            <a:pPr>
              <a:defRPr sz="2850" b="0">
                <a:solidFill>
                  <a:srgbClr val="FFFFFF"/>
                </a:solidFill>
                <a:latin typeface="DejaVu Sans Mono"/>
                <a:ea typeface="DejaVu Sans Mono"/>
                <a:cs typeface="DejaVu Sans Mono"/>
              </a:defRPr>
            </a:pPr>
            <a:r>
              <a:rPr sz="2850" b="0">
                <a:solidFill>
                  <a:srgbClr val="FFFFFF"/>
                </a:solidFill>
                <a:latin typeface="DejaVu Sans Mono"/>
                <a:ea typeface="DejaVu Sans Mono"/>
                <a:cs typeface="DejaVu Sans Mono"/>
              </a:rPr>
              <a:t>name = "Lan"</a:t>
            </a:r>
            <a:endParaRPr/>
          </a:p>
        </p:txBody>
      </p:sp>
      <p:sp>
        <p:nvSpPr>
          <p:cNvPr id="1436565757" name="text-79"/>
          <p:cNvSpPr>
            <a:spLocks noGrp="1"/>
          </p:cNvSpPr>
          <p:nvPr/>
        </p:nvSpPr>
        <p:spPr bwMode="auto">
          <a:xfrm>
            <a:off x="895350" y="2590800"/>
            <a:ext cx="10363200" cy="628650"/>
          </a:xfrm>
          <a:prstGeom prst="rect">
            <a:avLst/>
          </a:prstGeom>
          <a:noFill/>
          <a:ln w="0">
            <a:noFill/>
            <a:prstDash val="solid"/>
          </a:ln>
        </p:spPr>
        <p:txBody>
          <a:bodyPr wrap="square" lIns="0" tIns="0" rIns="0" bIns="0">
            <a:noAutofit/>
          </a:bodyPr>
          <a:lstStyle>
            <a:defPPr>
              <a:defRPr sz="2850" b="0">
                <a:solidFill>
                  <a:srgbClr val="FFFFFF"/>
                </a:solidFill>
                <a:latin typeface="DejaVu Sans Mono"/>
                <a:ea typeface="DejaVu Sans Mono"/>
                <a:cs typeface="DejaVu Sans Mono"/>
              </a:defRPr>
            </a:defPPr>
            <a:lvl1pPr>
              <a:defRPr sz="2850" b="0">
                <a:solidFill>
                  <a:srgbClr val="FFFFFF"/>
                </a:solidFill>
                <a:latin typeface="DejaVu Sans Mono"/>
                <a:ea typeface="DejaVu Sans Mono"/>
                <a:cs typeface="DejaVu Sans Mono"/>
              </a:defRPr>
            </a:lvl1pPr>
            <a:lvl2pPr>
              <a:defRPr sz="2850" b="0">
                <a:solidFill>
                  <a:srgbClr val="FFFFFF"/>
                </a:solidFill>
                <a:latin typeface="DejaVu Sans Mono"/>
                <a:ea typeface="DejaVu Sans Mono"/>
                <a:cs typeface="DejaVu Sans Mono"/>
              </a:defRPr>
            </a:lvl2pPr>
            <a:lvl3pPr>
              <a:defRPr sz="2850" b="0">
                <a:solidFill>
                  <a:srgbClr val="FFFFFF"/>
                </a:solidFill>
                <a:latin typeface="DejaVu Sans Mono"/>
                <a:ea typeface="DejaVu Sans Mono"/>
                <a:cs typeface="DejaVu Sans Mono"/>
              </a:defRPr>
            </a:lvl3pPr>
            <a:lvl4pPr>
              <a:defRPr sz="2850" b="0">
                <a:solidFill>
                  <a:srgbClr val="FFFFFF"/>
                </a:solidFill>
                <a:latin typeface="DejaVu Sans Mono"/>
                <a:ea typeface="DejaVu Sans Mono"/>
                <a:cs typeface="DejaVu Sans Mono"/>
              </a:defRPr>
            </a:lvl4pPr>
            <a:lvl5pPr>
              <a:defRPr sz="2850" b="0">
                <a:solidFill>
                  <a:srgbClr val="FFFFFF"/>
                </a:solidFill>
                <a:latin typeface="DejaVu Sans Mono"/>
                <a:ea typeface="DejaVu Sans Mono"/>
                <a:cs typeface="DejaVu Sans Mono"/>
              </a:defRPr>
            </a:lvl5pPr>
            <a:lvl6pPr>
              <a:defRPr sz="2850" b="0">
                <a:solidFill>
                  <a:srgbClr val="FFFFFF"/>
                </a:solidFill>
                <a:latin typeface="DejaVu Sans Mono"/>
                <a:ea typeface="DejaVu Sans Mono"/>
                <a:cs typeface="DejaVu Sans Mono"/>
              </a:defRPr>
            </a:lvl6pPr>
            <a:lvl7pPr>
              <a:defRPr sz="2850" b="0">
                <a:solidFill>
                  <a:srgbClr val="FFFFFF"/>
                </a:solidFill>
                <a:latin typeface="DejaVu Sans Mono"/>
                <a:ea typeface="DejaVu Sans Mono"/>
                <a:cs typeface="DejaVu Sans Mono"/>
              </a:defRPr>
            </a:lvl7pPr>
            <a:lvl8pPr>
              <a:defRPr sz="2850" b="0">
                <a:solidFill>
                  <a:srgbClr val="FFFFFF"/>
                </a:solidFill>
                <a:latin typeface="DejaVu Sans Mono"/>
                <a:ea typeface="DejaVu Sans Mono"/>
                <a:cs typeface="DejaVu Sans Mono"/>
              </a:defRPr>
            </a:lvl8pPr>
            <a:lvl9pPr>
              <a:defRPr sz="2850" b="0">
                <a:solidFill>
                  <a:srgbClr val="FFFFFF"/>
                </a:solidFill>
                <a:latin typeface="DejaVu Sans Mono"/>
                <a:ea typeface="DejaVu Sans Mono"/>
                <a:cs typeface="DejaVu Sans Mono"/>
              </a:defRPr>
            </a:lvl9pPr>
          </a:lstStyle>
          <a:p>
            <a:pPr>
              <a:defRPr sz="2850" b="0">
                <a:solidFill>
                  <a:srgbClr val="FFFFFF"/>
                </a:solidFill>
                <a:latin typeface="DejaVu Sans Mono"/>
                <a:ea typeface="DejaVu Sans Mono"/>
                <a:cs typeface="DejaVu Sans Mono"/>
              </a:defRPr>
            </a:pPr>
            <a:r>
              <a:rPr sz="2850" b="0">
                <a:solidFill>
                  <a:srgbClr val="FFFFFF"/>
                </a:solidFill>
                <a:latin typeface="DejaVu Sans Mono"/>
                <a:ea typeface="DejaVu Sans Mono"/>
                <a:cs typeface="DejaVu Sans Mono"/>
              </a:rPr>
              <a:t>score = 8</a:t>
            </a:r>
            <a:endParaRPr/>
          </a:p>
        </p:txBody>
      </p:sp>
      <p:sp>
        <p:nvSpPr>
          <p:cNvPr id="968842379" name="text-80"/>
          <p:cNvSpPr>
            <a:spLocks noGrp="1"/>
          </p:cNvSpPr>
          <p:nvPr/>
        </p:nvSpPr>
        <p:spPr bwMode="auto">
          <a:xfrm>
            <a:off x="895350" y="3219449"/>
            <a:ext cx="10363200" cy="628650"/>
          </a:xfrm>
          <a:prstGeom prst="rect">
            <a:avLst/>
          </a:prstGeom>
          <a:noFill/>
          <a:ln w="0">
            <a:noFill/>
            <a:prstDash val="solid"/>
          </a:ln>
        </p:spPr>
        <p:txBody>
          <a:bodyPr wrap="square" lIns="0" tIns="0" rIns="0" bIns="0">
            <a:noAutofit/>
          </a:bodyPr>
          <a:lstStyle>
            <a:defPPr>
              <a:defRPr sz="2850" b="0">
                <a:solidFill>
                  <a:srgbClr val="FFFFFF"/>
                </a:solidFill>
                <a:latin typeface="DejaVu Sans Mono"/>
                <a:ea typeface="DejaVu Sans Mono"/>
                <a:cs typeface="DejaVu Sans Mono"/>
              </a:defRPr>
            </a:defPPr>
            <a:lvl1pPr>
              <a:defRPr sz="2850" b="0">
                <a:solidFill>
                  <a:srgbClr val="FFFFFF"/>
                </a:solidFill>
                <a:latin typeface="DejaVu Sans Mono"/>
                <a:ea typeface="DejaVu Sans Mono"/>
                <a:cs typeface="DejaVu Sans Mono"/>
              </a:defRPr>
            </a:lvl1pPr>
            <a:lvl2pPr>
              <a:defRPr sz="2850" b="0">
                <a:solidFill>
                  <a:srgbClr val="FFFFFF"/>
                </a:solidFill>
                <a:latin typeface="DejaVu Sans Mono"/>
                <a:ea typeface="DejaVu Sans Mono"/>
                <a:cs typeface="DejaVu Sans Mono"/>
              </a:defRPr>
            </a:lvl2pPr>
            <a:lvl3pPr>
              <a:defRPr sz="2850" b="0">
                <a:solidFill>
                  <a:srgbClr val="FFFFFF"/>
                </a:solidFill>
                <a:latin typeface="DejaVu Sans Mono"/>
                <a:ea typeface="DejaVu Sans Mono"/>
                <a:cs typeface="DejaVu Sans Mono"/>
              </a:defRPr>
            </a:lvl3pPr>
            <a:lvl4pPr>
              <a:defRPr sz="2850" b="0">
                <a:solidFill>
                  <a:srgbClr val="FFFFFF"/>
                </a:solidFill>
                <a:latin typeface="DejaVu Sans Mono"/>
                <a:ea typeface="DejaVu Sans Mono"/>
                <a:cs typeface="DejaVu Sans Mono"/>
              </a:defRPr>
            </a:lvl4pPr>
            <a:lvl5pPr>
              <a:defRPr sz="2850" b="0">
                <a:solidFill>
                  <a:srgbClr val="FFFFFF"/>
                </a:solidFill>
                <a:latin typeface="DejaVu Sans Mono"/>
                <a:ea typeface="DejaVu Sans Mono"/>
                <a:cs typeface="DejaVu Sans Mono"/>
              </a:defRPr>
            </a:lvl5pPr>
            <a:lvl6pPr>
              <a:defRPr sz="2850" b="0">
                <a:solidFill>
                  <a:srgbClr val="FFFFFF"/>
                </a:solidFill>
                <a:latin typeface="DejaVu Sans Mono"/>
                <a:ea typeface="DejaVu Sans Mono"/>
                <a:cs typeface="DejaVu Sans Mono"/>
              </a:defRPr>
            </a:lvl6pPr>
            <a:lvl7pPr>
              <a:defRPr sz="2850" b="0">
                <a:solidFill>
                  <a:srgbClr val="FFFFFF"/>
                </a:solidFill>
                <a:latin typeface="DejaVu Sans Mono"/>
                <a:ea typeface="DejaVu Sans Mono"/>
                <a:cs typeface="DejaVu Sans Mono"/>
              </a:defRPr>
            </a:lvl7pPr>
            <a:lvl8pPr>
              <a:defRPr sz="2850" b="0">
                <a:solidFill>
                  <a:srgbClr val="FFFFFF"/>
                </a:solidFill>
                <a:latin typeface="DejaVu Sans Mono"/>
                <a:ea typeface="DejaVu Sans Mono"/>
                <a:cs typeface="DejaVu Sans Mono"/>
              </a:defRPr>
            </a:lvl8pPr>
            <a:lvl9pPr>
              <a:defRPr sz="2850" b="0">
                <a:solidFill>
                  <a:srgbClr val="FFFFFF"/>
                </a:solidFill>
                <a:latin typeface="DejaVu Sans Mono"/>
                <a:ea typeface="DejaVu Sans Mono"/>
                <a:cs typeface="DejaVu Sans Mono"/>
              </a:defRPr>
            </a:lvl9pPr>
          </a:lstStyle>
          <a:p>
            <a:pPr>
              <a:defRPr sz="2850" b="0">
                <a:solidFill>
                  <a:srgbClr val="FFFFFF"/>
                </a:solidFill>
                <a:latin typeface="DejaVu Sans Mono"/>
                <a:ea typeface="DejaVu Sans Mono"/>
                <a:cs typeface="DejaVu Sans Mono"/>
              </a:defRPr>
            </a:pPr>
            <a:r>
              <a:rPr sz="2850" b="0">
                <a:solidFill>
                  <a:srgbClr val="FFFFFF"/>
                </a:solidFill>
                <a:latin typeface="DejaVu Sans Mono"/>
                <a:ea typeface="DejaVu Sans Mono"/>
                <a:cs typeface="DejaVu Sans Mono"/>
              </a:rPr>
              <a:t>score = 9</a:t>
            </a:r>
            <a:endParaRPr/>
          </a:p>
        </p:txBody>
      </p:sp>
      <p:sp>
        <p:nvSpPr>
          <p:cNvPr id="308658534" name="surface-81"/>
          <p:cNvSpPr>
            <a:spLocks noGrp="1"/>
          </p:cNvSpPr>
          <p:nvPr/>
        </p:nvSpPr>
        <p:spPr bwMode="auto">
          <a:xfrm>
            <a:off x="1047750" y="4676775"/>
            <a:ext cx="2476500" cy="762000"/>
          </a:xfrm>
          <a:prstGeom prst="rect">
            <a:avLst/>
          </a:prstGeom>
          <a:solidFill>
            <a:srgbClr val="EAEDE9"/>
          </a:solidFill>
          <a:ln w="0">
            <a:noFill/>
            <a:prstDash val="solid"/>
          </a:ln>
        </p:spPr>
      </p:sp>
      <p:sp>
        <p:nvSpPr>
          <p:cNvPr id="2063254839" name="text-82"/>
          <p:cNvSpPr>
            <a:spLocks noGrp="1"/>
          </p:cNvSpPr>
          <p:nvPr/>
        </p:nvSpPr>
        <p:spPr bwMode="auto">
          <a:xfrm>
            <a:off x="1219200" y="4848225"/>
            <a:ext cx="2133600" cy="457200"/>
          </a:xfrm>
          <a:prstGeom prst="rect">
            <a:avLst/>
          </a:prstGeom>
          <a:noFill/>
          <a:ln w="0">
            <a:noFill/>
            <a:prstDash val="solid"/>
          </a:ln>
        </p:spPr>
        <p:txBody>
          <a:bodyPr wrap="square" lIns="0" tIns="0" rIns="0" bIns="0">
            <a:noAutofit/>
          </a:bodyPr>
          <a:lstStyle>
            <a:defPPr>
              <a:defRPr sz="2050" b="1">
                <a:solidFill>
                  <a:srgbClr val="172B39"/>
                </a:solidFill>
                <a:latin typeface="DejaVu Sans"/>
                <a:ea typeface="DejaVu Sans"/>
                <a:cs typeface="DejaVu Sans"/>
              </a:defRPr>
            </a:defPPr>
            <a:lvl1pPr>
              <a:defRPr sz="2050" b="1">
                <a:solidFill>
                  <a:srgbClr val="172B39"/>
                </a:solidFill>
                <a:latin typeface="DejaVu Sans"/>
                <a:ea typeface="DejaVu Sans"/>
                <a:cs typeface="DejaVu Sans"/>
              </a:defRPr>
            </a:lvl1pPr>
            <a:lvl2pPr>
              <a:defRPr sz="2050" b="1">
                <a:solidFill>
                  <a:srgbClr val="172B39"/>
                </a:solidFill>
                <a:latin typeface="DejaVu Sans"/>
                <a:ea typeface="DejaVu Sans"/>
                <a:cs typeface="DejaVu Sans"/>
              </a:defRPr>
            </a:lvl2pPr>
            <a:lvl3pPr>
              <a:defRPr sz="2050" b="1">
                <a:solidFill>
                  <a:srgbClr val="172B39"/>
                </a:solidFill>
                <a:latin typeface="DejaVu Sans"/>
                <a:ea typeface="DejaVu Sans"/>
                <a:cs typeface="DejaVu Sans"/>
              </a:defRPr>
            </a:lvl3pPr>
            <a:lvl4pPr>
              <a:defRPr sz="2050" b="1">
                <a:solidFill>
                  <a:srgbClr val="172B39"/>
                </a:solidFill>
                <a:latin typeface="DejaVu Sans"/>
                <a:ea typeface="DejaVu Sans"/>
                <a:cs typeface="DejaVu Sans"/>
              </a:defRPr>
            </a:lvl4pPr>
            <a:lvl5pPr>
              <a:defRPr sz="2050" b="1">
                <a:solidFill>
                  <a:srgbClr val="172B39"/>
                </a:solidFill>
                <a:latin typeface="DejaVu Sans"/>
                <a:ea typeface="DejaVu Sans"/>
                <a:cs typeface="DejaVu Sans"/>
              </a:defRPr>
            </a:lvl5pPr>
            <a:lvl6pPr>
              <a:defRPr sz="2050" b="1">
                <a:solidFill>
                  <a:srgbClr val="172B39"/>
                </a:solidFill>
                <a:latin typeface="DejaVu Sans"/>
                <a:ea typeface="DejaVu Sans"/>
                <a:cs typeface="DejaVu Sans"/>
              </a:defRPr>
            </a:lvl6pPr>
            <a:lvl7pPr>
              <a:defRPr sz="2050" b="1">
                <a:solidFill>
                  <a:srgbClr val="172B39"/>
                </a:solidFill>
                <a:latin typeface="DejaVu Sans"/>
                <a:ea typeface="DejaVu Sans"/>
                <a:cs typeface="DejaVu Sans"/>
              </a:defRPr>
            </a:lvl7pPr>
            <a:lvl8pPr>
              <a:defRPr sz="2050" b="1">
                <a:solidFill>
                  <a:srgbClr val="172B39"/>
                </a:solidFill>
                <a:latin typeface="DejaVu Sans"/>
                <a:ea typeface="DejaVu Sans"/>
                <a:cs typeface="DejaVu Sans"/>
              </a:defRPr>
            </a:lvl8pPr>
            <a:lvl9pPr>
              <a:defRPr sz="2050" b="1">
                <a:solidFill>
                  <a:srgbClr val="172B39"/>
                </a:solidFill>
                <a:latin typeface="DejaVu Sans"/>
                <a:ea typeface="DejaVu Sans"/>
                <a:cs typeface="DejaVu Sans"/>
              </a:defRPr>
            </a:lvl9pPr>
          </a:lstStyle>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Tên biến</a:t>
            </a:r>
            <a:endParaRPr/>
          </a:p>
        </p:txBody>
      </p:sp>
      <p:sp>
        <p:nvSpPr>
          <p:cNvPr id="1067384253" name="surface-83"/>
          <p:cNvSpPr>
            <a:spLocks noGrp="1"/>
          </p:cNvSpPr>
          <p:nvPr/>
        </p:nvSpPr>
        <p:spPr bwMode="auto">
          <a:xfrm>
            <a:off x="5981700" y="4676775"/>
            <a:ext cx="2476500" cy="762000"/>
          </a:xfrm>
          <a:prstGeom prst="rect">
            <a:avLst/>
          </a:prstGeom>
          <a:solidFill>
            <a:srgbClr val="EAEDE9"/>
          </a:solidFill>
          <a:ln w="0">
            <a:noFill/>
            <a:prstDash val="solid"/>
          </a:ln>
        </p:spPr>
      </p:sp>
      <p:sp>
        <p:nvSpPr>
          <p:cNvPr id="1067689986" name="text-84"/>
          <p:cNvSpPr>
            <a:spLocks noGrp="1"/>
          </p:cNvSpPr>
          <p:nvPr/>
        </p:nvSpPr>
        <p:spPr bwMode="auto">
          <a:xfrm>
            <a:off x="6153149" y="4848225"/>
            <a:ext cx="2133600" cy="457200"/>
          </a:xfrm>
          <a:prstGeom prst="rect">
            <a:avLst/>
          </a:prstGeom>
          <a:noFill/>
          <a:ln w="0">
            <a:noFill/>
            <a:prstDash val="solid"/>
          </a:ln>
        </p:spPr>
        <p:txBody>
          <a:bodyPr wrap="square" lIns="0" tIns="0" rIns="0" bIns="0">
            <a:noAutofit/>
          </a:bodyPr>
          <a:lstStyle>
            <a:defPPr>
              <a:defRPr sz="2050" b="1">
                <a:solidFill>
                  <a:srgbClr val="172B39"/>
                </a:solidFill>
                <a:latin typeface="DejaVu Sans"/>
                <a:ea typeface="DejaVu Sans"/>
                <a:cs typeface="DejaVu Sans"/>
              </a:defRPr>
            </a:defPPr>
            <a:lvl1pPr>
              <a:defRPr sz="2050" b="1">
                <a:solidFill>
                  <a:srgbClr val="172B39"/>
                </a:solidFill>
                <a:latin typeface="DejaVu Sans"/>
                <a:ea typeface="DejaVu Sans"/>
                <a:cs typeface="DejaVu Sans"/>
              </a:defRPr>
            </a:lvl1pPr>
            <a:lvl2pPr>
              <a:defRPr sz="2050" b="1">
                <a:solidFill>
                  <a:srgbClr val="172B39"/>
                </a:solidFill>
                <a:latin typeface="DejaVu Sans"/>
                <a:ea typeface="DejaVu Sans"/>
                <a:cs typeface="DejaVu Sans"/>
              </a:defRPr>
            </a:lvl2pPr>
            <a:lvl3pPr>
              <a:defRPr sz="2050" b="1">
                <a:solidFill>
                  <a:srgbClr val="172B39"/>
                </a:solidFill>
                <a:latin typeface="DejaVu Sans"/>
                <a:ea typeface="DejaVu Sans"/>
                <a:cs typeface="DejaVu Sans"/>
              </a:defRPr>
            </a:lvl3pPr>
            <a:lvl4pPr>
              <a:defRPr sz="2050" b="1">
                <a:solidFill>
                  <a:srgbClr val="172B39"/>
                </a:solidFill>
                <a:latin typeface="DejaVu Sans"/>
                <a:ea typeface="DejaVu Sans"/>
                <a:cs typeface="DejaVu Sans"/>
              </a:defRPr>
            </a:lvl4pPr>
            <a:lvl5pPr>
              <a:defRPr sz="2050" b="1">
                <a:solidFill>
                  <a:srgbClr val="172B39"/>
                </a:solidFill>
                <a:latin typeface="DejaVu Sans"/>
                <a:ea typeface="DejaVu Sans"/>
                <a:cs typeface="DejaVu Sans"/>
              </a:defRPr>
            </a:lvl5pPr>
            <a:lvl6pPr>
              <a:defRPr sz="2050" b="1">
                <a:solidFill>
                  <a:srgbClr val="172B39"/>
                </a:solidFill>
                <a:latin typeface="DejaVu Sans"/>
                <a:ea typeface="DejaVu Sans"/>
                <a:cs typeface="DejaVu Sans"/>
              </a:defRPr>
            </a:lvl6pPr>
            <a:lvl7pPr>
              <a:defRPr sz="2050" b="1">
                <a:solidFill>
                  <a:srgbClr val="172B39"/>
                </a:solidFill>
                <a:latin typeface="DejaVu Sans"/>
                <a:ea typeface="DejaVu Sans"/>
                <a:cs typeface="DejaVu Sans"/>
              </a:defRPr>
            </a:lvl7pPr>
            <a:lvl8pPr>
              <a:defRPr sz="2050" b="1">
                <a:solidFill>
                  <a:srgbClr val="172B39"/>
                </a:solidFill>
                <a:latin typeface="DejaVu Sans"/>
                <a:ea typeface="DejaVu Sans"/>
                <a:cs typeface="DejaVu Sans"/>
              </a:defRPr>
            </a:lvl8pPr>
            <a:lvl9pPr>
              <a:defRPr sz="2050" b="1">
                <a:solidFill>
                  <a:srgbClr val="172B39"/>
                </a:solidFill>
                <a:latin typeface="DejaVu Sans"/>
                <a:ea typeface="DejaVu Sans"/>
                <a:cs typeface="DejaVu Sans"/>
              </a:defRPr>
            </a:lvl9pPr>
          </a:lstStyle>
          <a:p>
            <a:pPr>
              <a:defRPr sz="2050" b="1">
                <a:solidFill>
                  <a:srgbClr val="172B39"/>
                </a:solidFill>
                <a:latin typeface="DejaVu Sans"/>
                <a:ea typeface="DejaVu Sans"/>
                <a:cs typeface="DejaVu Sans"/>
              </a:defRPr>
            </a:pPr>
            <a:r>
              <a:rPr sz="2050" b="1">
                <a:solidFill>
                  <a:srgbClr val="172B39"/>
                </a:solidFill>
                <a:latin typeface="DejaVu Sans"/>
                <a:ea typeface="DejaVu Sans"/>
                <a:cs typeface="DejaVu Sans"/>
              </a:rPr>
              <a:t>Giá trị</a:t>
            </a:r>
            <a:endParaRPr/>
          </a:p>
        </p:txBody>
      </p:sp>
      <p:sp>
        <p:nvSpPr>
          <p:cNvPr id="762120001" name="text-85"/>
          <p:cNvSpPr>
            <a:spLocks noGrp="1"/>
          </p:cNvSpPr>
          <p:nvPr/>
        </p:nvSpPr>
        <p:spPr bwMode="auto">
          <a:xfrm>
            <a:off x="647700" y="5838825"/>
            <a:ext cx="10858500" cy="428625"/>
          </a:xfrm>
          <a:prstGeom prst="rect">
            <a:avLst/>
          </a:prstGeom>
          <a:noFill/>
          <a:ln w="0">
            <a:noFill/>
            <a:prstDash val="solid"/>
          </a:ln>
        </p:spPr>
        <p:txBody>
          <a:bodyPr wrap="square" lIns="0" tIns="0" rIns="0" bIns="0">
            <a:noAutofit/>
          </a:bodyPr>
          <a:lstStyle>
            <a:defPPr>
              <a:defRPr sz="2200" b="0">
                <a:solidFill>
                  <a:srgbClr val="52616A"/>
                </a:solidFill>
                <a:latin typeface="DejaVu Sans"/>
                <a:ea typeface="DejaVu Sans"/>
                <a:cs typeface="DejaVu Sans"/>
              </a:defRPr>
            </a:defPPr>
            <a:lvl1pPr>
              <a:defRPr sz="2200" b="0">
                <a:solidFill>
                  <a:srgbClr val="52616A"/>
                </a:solidFill>
                <a:latin typeface="DejaVu Sans"/>
                <a:ea typeface="DejaVu Sans"/>
                <a:cs typeface="DejaVu Sans"/>
              </a:defRPr>
            </a:lvl1pPr>
            <a:lvl2pPr>
              <a:defRPr sz="2200" b="0">
                <a:solidFill>
                  <a:srgbClr val="52616A"/>
                </a:solidFill>
                <a:latin typeface="DejaVu Sans"/>
                <a:ea typeface="DejaVu Sans"/>
                <a:cs typeface="DejaVu Sans"/>
              </a:defRPr>
            </a:lvl2pPr>
            <a:lvl3pPr>
              <a:defRPr sz="2200" b="0">
                <a:solidFill>
                  <a:srgbClr val="52616A"/>
                </a:solidFill>
                <a:latin typeface="DejaVu Sans"/>
                <a:ea typeface="DejaVu Sans"/>
                <a:cs typeface="DejaVu Sans"/>
              </a:defRPr>
            </a:lvl3pPr>
            <a:lvl4pPr>
              <a:defRPr sz="2200" b="0">
                <a:solidFill>
                  <a:srgbClr val="52616A"/>
                </a:solidFill>
                <a:latin typeface="DejaVu Sans"/>
                <a:ea typeface="DejaVu Sans"/>
                <a:cs typeface="DejaVu Sans"/>
              </a:defRPr>
            </a:lvl4pPr>
            <a:lvl5pPr>
              <a:defRPr sz="2200" b="0">
                <a:solidFill>
                  <a:srgbClr val="52616A"/>
                </a:solidFill>
                <a:latin typeface="DejaVu Sans"/>
                <a:ea typeface="DejaVu Sans"/>
                <a:cs typeface="DejaVu Sans"/>
              </a:defRPr>
            </a:lvl5pPr>
            <a:lvl6pPr>
              <a:defRPr sz="2200" b="0">
                <a:solidFill>
                  <a:srgbClr val="52616A"/>
                </a:solidFill>
                <a:latin typeface="DejaVu Sans"/>
                <a:ea typeface="DejaVu Sans"/>
                <a:cs typeface="DejaVu Sans"/>
              </a:defRPr>
            </a:lvl6pPr>
            <a:lvl7pPr>
              <a:defRPr sz="2200" b="0">
                <a:solidFill>
                  <a:srgbClr val="52616A"/>
                </a:solidFill>
                <a:latin typeface="DejaVu Sans"/>
                <a:ea typeface="DejaVu Sans"/>
                <a:cs typeface="DejaVu Sans"/>
              </a:defRPr>
            </a:lvl7pPr>
            <a:lvl8pPr>
              <a:defRPr sz="2200" b="0">
                <a:solidFill>
                  <a:srgbClr val="52616A"/>
                </a:solidFill>
                <a:latin typeface="DejaVu Sans"/>
                <a:ea typeface="DejaVu Sans"/>
                <a:cs typeface="DejaVu Sans"/>
              </a:defRPr>
            </a:lvl8pPr>
            <a:lvl9pPr>
              <a:defRPr sz="2200" b="0">
                <a:solidFill>
                  <a:srgbClr val="52616A"/>
                </a:solidFill>
                <a:latin typeface="DejaVu Sans"/>
                <a:ea typeface="DejaVu Sans"/>
                <a:cs typeface="DejaVu Sans"/>
              </a:defRPr>
            </a:lvl9pPr>
          </a:lstStyle>
          <a:p>
            <a:pPr>
              <a:defRPr sz="2200" b="0">
                <a:solidFill>
                  <a:srgbClr val="52616A"/>
                </a:solidFill>
                <a:latin typeface="DejaVu Sans"/>
                <a:ea typeface="DejaVu Sans"/>
                <a:cs typeface="DejaVu Sans"/>
              </a:defRPr>
            </a:pPr>
            <a:r>
              <a:rPr sz="2200" b="0">
                <a:solidFill>
                  <a:srgbClr val="52616A"/>
                </a:solidFill>
                <a:latin typeface="DejaVu Sans"/>
                <a:ea typeface="DejaVu Sans"/>
                <a:cs typeface="DejaVu Sans"/>
              </a:rPr>
              <a:t>Dấu = gán giá trị cho tên biến.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83402856" name="text-86"/>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Bốn kiểu dữ liệu cơ bản</a:t>
            </a:r>
            <a:endParaRPr/>
          </a:p>
        </p:txBody>
      </p:sp>
      <p:sp>
        <p:nvSpPr>
          <p:cNvPr id="78831525" name="text-87"/>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11</a:t>
            </a:r>
            <a:endParaRPr/>
          </a:p>
        </p:txBody>
      </p:sp>
      <p:graphicFrame>
        <p:nvGraphicFramePr>
          <p:cNvPr id="682958028" name=""/>
          <p:cNvGraphicFramePr>
            <a:graphicFrameLocks xmlns:a="http://schemas.openxmlformats.org/drawingml/2006/main"/>
          </p:cNvGraphicFramePr>
          <p:nvPr/>
        </p:nvGraphicFramePr>
        <p:xfrm rot="0">
          <a:off x="609600" y="1752599"/>
          <a:ext cx="10953750" cy="3486150"/>
        </p:xfrm>
        <a:graphic>
          <a:graphicData uri="http://schemas.openxmlformats.org/drawingml/2006/table">
            <a:tbl>
              <a:tblPr firstRow="0" firstCol="0" lastRow="0" lastCol="0" bandRow="0" bandCol="0"/>
              <a:tblGrid>
                <a:gridCol w="1809750"/>
                <a:gridCol w="4762500"/>
                <a:gridCol w="4381500"/>
              </a:tblGrid>
              <a:tr h="697230">
                <a:tc>
                  <a:txBody>
                    <a:bodyPr/>
                    <a:p>
                      <a:pPr>
                        <a:defRPr/>
                      </a:pPr>
                      <a:r>
                        <a:rPr sz="1800" b="1">
                          <a:solidFill>
                            <a:srgbClr val="FFFFFF"/>
                          </a:solidFill>
                          <a:latin typeface="DejaVu Sans"/>
                          <a:ea typeface="DejaVu Sans"/>
                          <a:cs typeface="DejaVu Sans"/>
                        </a:rPr>
                        <a:t>Kiểu</a:t>
                      </a:r>
                      <a:endParaRPr/>
                    </a:p>
                  </a:txBody>
                  <a:tcPr marL="91440" marR="91440" marT="45720" marB="45720" anchor="ctr">
                    <a:lnL w="9525" algn="ctr">
                      <a:solidFill>
                        <a:srgbClr val="D7DDD9"/>
                      </a:solidFill>
                    </a:lnL>
                    <a:lnR w="9525" algn="ctr">
                      <a:solidFill>
                        <a:srgbClr val="D7DDD9"/>
                      </a:solidFill>
                    </a:lnR>
                    <a:lnT w="9525" algn="ctr">
                      <a:solidFill>
                        <a:srgbClr val="D7DDD9"/>
                      </a:solidFill>
                    </a:lnT>
                    <a:lnB w="9525" algn="ctr">
                      <a:solidFill>
                        <a:srgbClr val="D7DDD9"/>
                      </a:solidFill>
                    </a:lnB>
                    <a:solidFill>
                      <a:srgbClr val="152B37"/>
                    </a:solidFill>
                  </a:tcPr>
                </a:tc>
                <a:tc>
                  <a:txBody>
                    <a:bodyPr/>
                    <a:p>
                      <a:pPr>
                        <a:defRPr/>
                      </a:pPr>
                      <a:r>
                        <a:rPr sz="1800" b="1">
                          <a:solidFill>
                            <a:srgbClr val="FFFFFF"/>
                          </a:solidFill>
                          <a:latin typeface="DejaVu Sans"/>
                          <a:ea typeface="DejaVu Sans"/>
                          <a:cs typeface="DejaVu Sans"/>
                        </a:rPr>
                        <a:t>Ý nghĩa</a:t>
                      </a:r>
                      <a:endParaRPr/>
                    </a:p>
                  </a:txBody>
                  <a:tcPr marL="91440" marR="91440" marT="45720" marB="45720" anchor="ctr">
                    <a:lnR w="9525" algn="ctr">
                      <a:solidFill>
                        <a:srgbClr val="D7DDD9"/>
                      </a:solidFill>
                    </a:lnR>
                    <a:lnT w="9525" algn="ctr">
                      <a:solidFill>
                        <a:srgbClr val="D7DDD9"/>
                      </a:solidFill>
                    </a:lnT>
                    <a:lnB w="9525" algn="ctr">
                      <a:solidFill>
                        <a:srgbClr val="D7DDD9"/>
                      </a:solidFill>
                    </a:lnB>
                    <a:solidFill>
                      <a:srgbClr val="152B37"/>
                    </a:solidFill>
                  </a:tcPr>
                </a:tc>
                <a:tc>
                  <a:txBody>
                    <a:bodyPr/>
                    <a:p>
                      <a:pPr>
                        <a:defRPr/>
                      </a:pPr>
                      <a:r>
                        <a:rPr sz="1800" b="1">
                          <a:solidFill>
                            <a:srgbClr val="FFFFFF"/>
                          </a:solidFill>
                          <a:latin typeface="DejaVu Sans"/>
                          <a:ea typeface="DejaVu Sans"/>
                          <a:cs typeface="DejaVu Sans"/>
                        </a:rPr>
                        <a:t>Ví dụ</a:t>
                      </a:r>
                      <a:endParaRPr/>
                    </a:p>
                  </a:txBody>
                  <a:tcPr marL="91440" marR="91440" marT="45720" marB="45720" anchor="ctr">
                    <a:lnR w="9525" algn="ctr">
                      <a:solidFill>
                        <a:srgbClr val="D7DDD9"/>
                      </a:solidFill>
                    </a:lnR>
                    <a:lnT w="9525" algn="ctr">
                      <a:solidFill>
                        <a:srgbClr val="D7DDD9"/>
                      </a:solidFill>
                    </a:lnT>
                    <a:lnB w="9525" algn="ctr">
                      <a:solidFill>
                        <a:srgbClr val="D7DDD9"/>
                      </a:solidFill>
                    </a:lnB>
                    <a:solidFill>
                      <a:srgbClr val="152B37"/>
                    </a:solidFill>
                  </a:tcPr>
                </a:tc>
              </a:tr>
              <a:tr h="697230">
                <a:tc>
                  <a:txBody>
                    <a:bodyPr/>
                    <a:p>
                      <a:pPr>
                        <a:defRPr/>
                      </a:pPr>
                      <a:r>
                        <a:rPr sz="2250" b="0">
                          <a:solidFill>
                            <a:srgbClr val="172B39"/>
                          </a:solidFill>
                          <a:latin typeface="DejaVu Sans Mono"/>
                          <a:ea typeface="DejaVu Sans Mono"/>
                          <a:cs typeface="DejaVu Sans Mono"/>
                        </a:rPr>
                        <a:t>int</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250" b="0">
                          <a:solidFill>
                            <a:srgbClr val="172B39"/>
                          </a:solidFill>
                          <a:latin typeface="DejaVu Sans"/>
                          <a:ea typeface="DejaVu Sans"/>
                          <a:cs typeface="DejaVu Sans"/>
                        </a:rPr>
                        <a:t>Số nguyên</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250" b="0">
                          <a:solidFill>
                            <a:srgbClr val="172B39"/>
                          </a:solidFill>
                          <a:latin typeface="DejaVu Sans"/>
                          <a:ea typeface="DejaVu Sans"/>
                          <a:cs typeface="DejaVu Sans"/>
                        </a:rPr>
                        <a:t>18</a:t>
                      </a:r>
                      <a:endParaRPr/>
                    </a:p>
                  </a:txBody>
                  <a:tcPr marL="91440" marR="91440" marT="45720" marB="45720" anchor="ctr">
                    <a:lnR w="9525" algn="ctr">
                      <a:solidFill>
                        <a:srgbClr val="D7DDD9"/>
                      </a:solidFill>
                    </a:lnR>
                    <a:lnB w="9525" algn="ctr">
                      <a:solidFill>
                        <a:srgbClr val="D7DDD9"/>
                      </a:solidFill>
                    </a:lnB>
                    <a:solidFill>
                      <a:srgbClr val="FAF8F3"/>
                    </a:solidFill>
                  </a:tcPr>
                </a:tc>
              </a:tr>
              <a:tr h="697230">
                <a:tc>
                  <a:txBody>
                    <a:bodyPr/>
                    <a:p>
                      <a:pPr>
                        <a:defRPr/>
                      </a:pPr>
                      <a:r>
                        <a:rPr sz="2250" b="0">
                          <a:solidFill>
                            <a:srgbClr val="172B39"/>
                          </a:solidFill>
                          <a:latin typeface="DejaVu Sans Mono"/>
                          <a:ea typeface="DejaVu Sans Mono"/>
                          <a:cs typeface="DejaVu Sans Mono"/>
                        </a:rPr>
                        <a:t>float</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250" b="0">
                          <a:solidFill>
                            <a:srgbClr val="172B39"/>
                          </a:solidFill>
                          <a:latin typeface="DejaVu Sans"/>
                          <a:ea typeface="DejaVu Sans"/>
                          <a:cs typeface="DejaVu Sans"/>
                        </a:rPr>
                        <a:t>Số thực</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250" b="0">
                          <a:solidFill>
                            <a:srgbClr val="172B39"/>
                          </a:solidFill>
                          <a:latin typeface="DejaVu Sans"/>
                          <a:ea typeface="DejaVu Sans"/>
                          <a:cs typeface="DejaVu Sans"/>
                        </a:rPr>
                        <a:t>8.5</a:t>
                      </a:r>
                      <a:endParaRPr/>
                    </a:p>
                  </a:txBody>
                  <a:tcPr marL="91440" marR="91440" marT="45720" marB="45720" anchor="ctr">
                    <a:lnR w="9525" algn="ctr">
                      <a:solidFill>
                        <a:srgbClr val="D7DDD9"/>
                      </a:solidFill>
                    </a:lnR>
                    <a:lnB w="9525" algn="ctr">
                      <a:solidFill>
                        <a:srgbClr val="D7DDD9"/>
                      </a:solidFill>
                    </a:lnB>
                    <a:solidFill>
                      <a:srgbClr val="FAF8F3"/>
                    </a:solidFill>
                  </a:tcPr>
                </a:tc>
              </a:tr>
              <a:tr h="697230">
                <a:tc>
                  <a:txBody>
                    <a:bodyPr/>
                    <a:p>
                      <a:pPr>
                        <a:defRPr/>
                      </a:pPr>
                      <a:r>
                        <a:rPr sz="2250" b="0">
                          <a:solidFill>
                            <a:srgbClr val="172B39"/>
                          </a:solidFill>
                          <a:latin typeface="DejaVu Sans Mono"/>
                          <a:ea typeface="DejaVu Sans Mono"/>
                          <a:cs typeface="DejaVu Sans Mono"/>
                        </a:rPr>
                        <a:t>str</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250" b="0">
                          <a:solidFill>
                            <a:srgbClr val="172B39"/>
                          </a:solidFill>
                          <a:latin typeface="DejaVu Sans"/>
                          <a:ea typeface="DejaVu Sans"/>
                          <a:cs typeface="DejaVu Sans"/>
                        </a:rPr>
                        <a:t>Chuỗi văn bản</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250" b="0">
                          <a:solidFill>
                            <a:srgbClr val="172B39"/>
                          </a:solidFill>
                          <a:latin typeface="DejaVu Sans"/>
                          <a:ea typeface="DejaVu Sans"/>
                          <a:cs typeface="DejaVu Sans"/>
                        </a:rPr>
                        <a:t>"Lan"</a:t>
                      </a:r>
                      <a:endParaRPr/>
                    </a:p>
                  </a:txBody>
                  <a:tcPr marL="91440" marR="91440" marT="45720" marB="45720" anchor="ctr">
                    <a:lnR w="9525" algn="ctr">
                      <a:solidFill>
                        <a:srgbClr val="D7DDD9"/>
                      </a:solidFill>
                    </a:lnR>
                    <a:lnB w="9525" algn="ctr">
                      <a:solidFill>
                        <a:srgbClr val="D7DDD9"/>
                      </a:solidFill>
                    </a:lnB>
                    <a:solidFill>
                      <a:srgbClr val="FAF8F3"/>
                    </a:solidFill>
                  </a:tcPr>
                </a:tc>
              </a:tr>
              <a:tr h="697230">
                <a:tc>
                  <a:txBody>
                    <a:bodyPr/>
                    <a:p>
                      <a:pPr>
                        <a:defRPr/>
                      </a:pPr>
                      <a:r>
                        <a:rPr sz="2250" b="0">
                          <a:solidFill>
                            <a:srgbClr val="172B39"/>
                          </a:solidFill>
                          <a:latin typeface="DejaVu Sans Mono"/>
                          <a:ea typeface="DejaVu Sans Mono"/>
                          <a:cs typeface="DejaVu Sans Mono"/>
                        </a:rPr>
                        <a:t>bool</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250" b="0">
                          <a:solidFill>
                            <a:srgbClr val="172B39"/>
                          </a:solidFill>
                          <a:latin typeface="DejaVu Sans"/>
                          <a:ea typeface="DejaVu Sans"/>
                          <a:cs typeface="DejaVu Sans"/>
                        </a:rPr>
                        <a:t>Giá trị đúng/sai</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250" b="0">
                          <a:solidFill>
                            <a:srgbClr val="172B39"/>
                          </a:solidFill>
                          <a:latin typeface="DejaVu Sans"/>
                          <a:ea typeface="DejaVu Sans"/>
                          <a:cs typeface="DejaVu Sans"/>
                        </a:rPr>
                        <a:t>True, False</a:t>
                      </a:r>
                      <a:endParaRPr/>
                    </a:p>
                  </a:txBody>
                  <a:tcPr marL="91440" marR="91440" marT="45720" marB="45720" anchor="ctr">
                    <a:lnR w="9525" algn="ctr">
                      <a:solidFill>
                        <a:srgbClr val="D7DDD9"/>
                      </a:solidFill>
                    </a:lnR>
                    <a:lnB w="9525" algn="ctr">
                      <a:solidFill>
                        <a:srgbClr val="D7DDD9"/>
                      </a:solidFill>
                    </a:lnB>
                    <a:solidFill>
                      <a:srgbClr val="FAF8F3"/>
                    </a:solidFill>
                  </a:tcPr>
                </a:tc>
              </a:tr>
            </a:tbl>
          </a:graphicData>
        </a:graphic>
      </p:graphicFrame>
      <p:sp>
        <p:nvSpPr>
          <p:cNvPr id="920147788" name="text-88"/>
          <p:cNvSpPr>
            <a:spLocks noGrp="1"/>
          </p:cNvSpPr>
          <p:nvPr/>
        </p:nvSpPr>
        <p:spPr bwMode="auto">
          <a:xfrm>
            <a:off x="647700" y="5695950"/>
            <a:ext cx="10477500" cy="457200"/>
          </a:xfrm>
          <a:prstGeom prst="rect">
            <a:avLst/>
          </a:prstGeom>
          <a:noFill/>
          <a:ln w="0">
            <a:noFill/>
            <a:prstDash val="solid"/>
          </a:ln>
        </p:spPr>
        <p:txBody>
          <a:bodyPr wrap="square" lIns="0" tIns="0" rIns="0" bIns="0">
            <a:noAutofit/>
          </a:bodyPr>
          <a:lstStyle>
            <a:defPPr>
              <a:defRPr sz="2200" b="0">
                <a:solidFill>
                  <a:srgbClr val="306998"/>
                </a:solidFill>
                <a:latin typeface="DejaVu Sans Mono"/>
                <a:ea typeface="DejaVu Sans Mono"/>
                <a:cs typeface="DejaVu Sans Mono"/>
              </a:defRPr>
            </a:defPPr>
            <a:lvl1pPr>
              <a:defRPr sz="2200" b="0">
                <a:solidFill>
                  <a:srgbClr val="306998"/>
                </a:solidFill>
                <a:latin typeface="DejaVu Sans Mono"/>
                <a:ea typeface="DejaVu Sans Mono"/>
                <a:cs typeface="DejaVu Sans Mono"/>
              </a:defRPr>
            </a:lvl1pPr>
            <a:lvl2pPr>
              <a:defRPr sz="2200" b="0">
                <a:solidFill>
                  <a:srgbClr val="306998"/>
                </a:solidFill>
                <a:latin typeface="DejaVu Sans Mono"/>
                <a:ea typeface="DejaVu Sans Mono"/>
                <a:cs typeface="DejaVu Sans Mono"/>
              </a:defRPr>
            </a:lvl2pPr>
            <a:lvl3pPr>
              <a:defRPr sz="2200" b="0">
                <a:solidFill>
                  <a:srgbClr val="306998"/>
                </a:solidFill>
                <a:latin typeface="DejaVu Sans Mono"/>
                <a:ea typeface="DejaVu Sans Mono"/>
                <a:cs typeface="DejaVu Sans Mono"/>
              </a:defRPr>
            </a:lvl3pPr>
            <a:lvl4pPr>
              <a:defRPr sz="2200" b="0">
                <a:solidFill>
                  <a:srgbClr val="306998"/>
                </a:solidFill>
                <a:latin typeface="DejaVu Sans Mono"/>
                <a:ea typeface="DejaVu Sans Mono"/>
                <a:cs typeface="DejaVu Sans Mono"/>
              </a:defRPr>
            </a:lvl4pPr>
            <a:lvl5pPr>
              <a:defRPr sz="2200" b="0">
                <a:solidFill>
                  <a:srgbClr val="306998"/>
                </a:solidFill>
                <a:latin typeface="DejaVu Sans Mono"/>
                <a:ea typeface="DejaVu Sans Mono"/>
                <a:cs typeface="DejaVu Sans Mono"/>
              </a:defRPr>
            </a:lvl5pPr>
            <a:lvl6pPr>
              <a:defRPr sz="2200" b="0">
                <a:solidFill>
                  <a:srgbClr val="306998"/>
                </a:solidFill>
                <a:latin typeface="DejaVu Sans Mono"/>
                <a:ea typeface="DejaVu Sans Mono"/>
                <a:cs typeface="DejaVu Sans Mono"/>
              </a:defRPr>
            </a:lvl6pPr>
            <a:lvl7pPr>
              <a:defRPr sz="2200" b="0">
                <a:solidFill>
                  <a:srgbClr val="306998"/>
                </a:solidFill>
                <a:latin typeface="DejaVu Sans Mono"/>
                <a:ea typeface="DejaVu Sans Mono"/>
                <a:cs typeface="DejaVu Sans Mono"/>
              </a:defRPr>
            </a:lvl7pPr>
            <a:lvl8pPr>
              <a:defRPr sz="2200" b="0">
                <a:solidFill>
                  <a:srgbClr val="306998"/>
                </a:solidFill>
                <a:latin typeface="DejaVu Sans Mono"/>
                <a:ea typeface="DejaVu Sans Mono"/>
                <a:cs typeface="DejaVu Sans Mono"/>
              </a:defRPr>
            </a:lvl8pPr>
            <a:lvl9pPr>
              <a:defRPr sz="2200" b="0">
                <a:solidFill>
                  <a:srgbClr val="306998"/>
                </a:solidFill>
                <a:latin typeface="DejaVu Sans Mono"/>
                <a:ea typeface="DejaVu Sans Mono"/>
                <a:cs typeface="DejaVu Sans Mono"/>
              </a:defRPr>
            </a:lvl9pPr>
          </a:lstStyle>
          <a:p>
            <a:pPr>
              <a:defRPr sz="2200" b="0">
                <a:solidFill>
                  <a:srgbClr val="306998"/>
                </a:solidFill>
                <a:latin typeface="DejaVu Sans Mono"/>
                <a:ea typeface="DejaVu Sans Mono"/>
                <a:cs typeface="DejaVu Sans Mono"/>
              </a:defRPr>
            </a:pPr>
            <a:r>
              <a:rPr sz="2200" b="0">
                <a:solidFill>
                  <a:srgbClr val="306998"/>
                </a:solidFill>
                <a:latin typeface="DejaVu Sans Mono"/>
                <a:ea typeface="DejaVu Sans Mono"/>
                <a:cs typeface="DejaVu Sans Mono"/>
              </a:rPr>
              <a:t>type(18) cho biết kiểu của giá trị 18.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523666849" name="text-89"/>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Toán tử số học</a:t>
            </a:r>
            <a:endParaRPr/>
          </a:p>
        </p:txBody>
      </p:sp>
      <p:sp>
        <p:nvSpPr>
          <p:cNvPr id="2083898382" name="text-90"/>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12</a:t>
            </a:r>
            <a:endParaRPr/>
          </a:p>
        </p:txBody>
      </p:sp>
      <p:graphicFrame>
        <p:nvGraphicFramePr>
          <p:cNvPr id="159400439" name=""/>
          <p:cNvGraphicFramePr>
            <a:graphicFrameLocks xmlns:a="http://schemas.openxmlformats.org/drawingml/2006/main"/>
          </p:cNvGraphicFramePr>
          <p:nvPr/>
        </p:nvGraphicFramePr>
        <p:xfrm rot="0">
          <a:off x="609600" y="1619250"/>
          <a:ext cx="10953750" cy="3714750"/>
        </p:xfrm>
        <a:graphic>
          <a:graphicData uri="http://schemas.openxmlformats.org/drawingml/2006/table">
            <a:tbl>
              <a:tblPr firstRow="0" firstCol="0" lastRow="0" lastCol="0" bandRow="0" bandCol="0"/>
              <a:tblGrid>
                <a:gridCol w="2190750"/>
                <a:gridCol w="5048250"/>
                <a:gridCol w="3714750"/>
              </a:tblGrid>
              <a:tr h="619125">
                <a:tc>
                  <a:txBody>
                    <a:bodyPr/>
                    <a:p>
                      <a:pPr>
                        <a:defRPr/>
                      </a:pPr>
                      <a:r>
                        <a:rPr sz="1800" b="1">
                          <a:solidFill>
                            <a:srgbClr val="FFFFFF"/>
                          </a:solidFill>
                          <a:latin typeface="DejaVu Sans"/>
                          <a:ea typeface="DejaVu Sans"/>
                          <a:cs typeface="DejaVu Sans"/>
                        </a:rPr>
                        <a:t>Toán tử</a:t>
                      </a:r>
                      <a:endParaRPr/>
                    </a:p>
                  </a:txBody>
                  <a:tcPr marL="91440" marR="91440" marT="45720" marB="45720" anchor="ctr">
                    <a:lnL w="9525" algn="ctr">
                      <a:solidFill>
                        <a:srgbClr val="D7DDD9"/>
                      </a:solidFill>
                    </a:lnL>
                    <a:lnR w="9525" algn="ctr">
                      <a:solidFill>
                        <a:srgbClr val="D7DDD9"/>
                      </a:solidFill>
                    </a:lnR>
                    <a:lnT w="9525" algn="ctr">
                      <a:solidFill>
                        <a:srgbClr val="D7DDD9"/>
                      </a:solidFill>
                    </a:lnT>
                    <a:lnB w="9525" algn="ctr">
                      <a:solidFill>
                        <a:srgbClr val="D7DDD9"/>
                      </a:solidFill>
                    </a:lnB>
                    <a:solidFill>
                      <a:srgbClr val="152B37"/>
                    </a:solidFill>
                  </a:tcPr>
                </a:tc>
                <a:tc>
                  <a:txBody>
                    <a:bodyPr/>
                    <a:p>
                      <a:pPr>
                        <a:defRPr/>
                      </a:pPr>
                      <a:r>
                        <a:rPr sz="1800" b="1">
                          <a:solidFill>
                            <a:srgbClr val="FFFFFF"/>
                          </a:solidFill>
                          <a:latin typeface="DejaVu Sans"/>
                          <a:ea typeface="DejaVu Sans"/>
                          <a:cs typeface="DejaVu Sans"/>
                        </a:rPr>
                        <a:t>Ví dụ</a:t>
                      </a:r>
                      <a:endParaRPr/>
                    </a:p>
                  </a:txBody>
                  <a:tcPr marL="91440" marR="91440" marT="45720" marB="45720" anchor="ctr">
                    <a:lnR w="9525" algn="ctr">
                      <a:solidFill>
                        <a:srgbClr val="D7DDD9"/>
                      </a:solidFill>
                    </a:lnR>
                    <a:lnT w="9525" algn="ctr">
                      <a:solidFill>
                        <a:srgbClr val="D7DDD9"/>
                      </a:solidFill>
                    </a:lnT>
                    <a:lnB w="9525" algn="ctr">
                      <a:solidFill>
                        <a:srgbClr val="D7DDD9"/>
                      </a:solidFill>
                    </a:lnB>
                    <a:solidFill>
                      <a:srgbClr val="152B37"/>
                    </a:solidFill>
                  </a:tcPr>
                </a:tc>
                <a:tc>
                  <a:txBody>
                    <a:bodyPr/>
                    <a:p>
                      <a:pPr>
                        <a:defRPr/>
                      </a:pPr>
                      <a:r>
                        <a:rPr sz="1800" b="1">
                          <a:solidFill>
                            <a:srgbClr val="FFFFFF"/>
                          </a:solidFill>
                          <a:latin typeface="DejaVu Sans"/>
                          <a:ea typeface="DejaVu Sans"/>
                          <a:cs typeface="DejaVu Sans"/>
                        </a:rPr>
                        <a:t>Kết quả</a:t>
                      </a:r>
                      <a:endParaRPr/>
                    </a:p>
                  </a:txBody>
                  <a:tcPr marL="91440" marR="91440" marT="45720" marB="45720" anchor="ctr">
                    <a:lnR w="9525" algn="ctr">
                      <a:solidFill>
                        <a:srgbClr val="D7DDD9"/>
                      </a:solidFill>
                    </a:lnR>
                    <a:lnT w="9525" algn="ctr">
                      <a:solidFill>
                        <a:srgbClr val="D7DDD9"/>
                      </a:solidFill>
                    </a:lnT>
                    <a:lnB w="9525" algn="ctr">
                      <a:solidFill>
                        <a:srgbClr val="D7DDD9"/>
                      </a:solidFill>
                    </a:lnB>
                    <a:solidFill>
                      <a:srgbClr val="152B37"/>
                    </a:solidFill>
                  </a:tcPr>
                </a:tc>
              </a:tr>
              <a:tr h="619125">
                <a:tc>
                  <a:txBody>
                    <a:bodyPr/>
                    <a:p>
                      <a:pPr>
                        <a:defRPr/>
                      </a:pPr>
                      <a:r>
                        <a:rPr sz="2050" b="0">
                          <a:solidFill>
                            <a:srgbClr val="172B39"/>
                          </a:solidFill>
                          <a:latin typeface="DejaVu Sans Mono"/>
                          <a:ea typeface="DejaVu Sans Mono"/>
                          <a:cs typeface="DejaVu Sans Mono"/>
                        </a:rPr>
                        <a:t>+   -</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8 + 2, 8 - 2</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10, 6</a:t>
                      </a:r>
                      <a:endParaRPr/>
                    </a:p>
                  </a:txBody>
                  <a:tcPr marL="91440" marR="91440" marT="45720" marB="45720" anchor="ctr">
                    <a:lnR w="9525" algn="ctr">
                      <a:solidFill>
                        <a:srgbClr val="D7DDD9"/>
                      </a:solidFill>
                    </a:lnR>
                    <a:lnB w="9525" algn="ctr">
                      <a:solidFill>
                        <a:srgbClr val="D7DDD9"/>
                      </a:solidFill>
                    </a:lnB>
                    <a:solidFill>
                      <a:srgbClr val="FAF8F3"/>
                    </a:solidFill>
                  </a:tcPr>
                </a:tc>
              </a:tr>
              <a:tr h="619125">
                <a:tc>
                  <a:txBody>
                    <a:bodyPr/>
                    <a:p>
                      <a:pPr>
                        <a:defRPr/>
                      </a:pPr>
                      <a:r>
                        <a:rPr sz="2050" b="0">
                          <a:solidFill>
                            <a:srgbClr val="172B39"/>
                          </a:solidFill>
                          <a:latin typeface="DejaVu Sans Mono"/>
                          <a:ea typeface="DejaVu Sans Mono"/>
                          <a:cs typeface="DejaVu Sans Mono"/>
                        </a:rPr>
                        <a:t>*   /</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7 * 2, 7 / 2</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14, 3.5</a:t>
                      </a:r>
                      <a:endParaRPr/>
                    </a:p>
                  </a:txBody>
                  <a:tcPr marL="91440" marR="91440" marT="45720" marB="45720" anchor="ctr">
                    <a:lnR w="9525" algn="ctr">
                      <a:solidFill>
                        <a:srgbClr val="D7DDD9"/>
                      </a:solidFill>
                    </a:lnR>
                    <a:lnB w="9525" algn="ctr">
                      <a:solidFill>
                        <a:srgbClr val="D7DDD9"/>
                      </a:solidFill>
                    </a:lnB>
                    <a:solidFill>
                      <a:srgbClr val="FAF8F3"/>
                    </a:solidFill>
                  </a:tcPr>
                </a:tc>
              </a:tr>
              <a:tr h="619125">
                <a:tc>
                  <a:txBody>
                    <a:bodyPr/>
                    <a:p>
                      <a:pPr>
                        <a:defRPr/>
                      </a:pPr>
                      <a:r>
                        <a:rPr sz="2050" b="0">
                          <a:solidFill>
                            <a:srgbClr val="172B39"/>
                          </a:solidFill>
                          <a:latin typeface="DejaVu Sans Mono"/>
                          <a:ea typeface="DejaVu Sans Mono"/>
                          <a:cs typeface="DejaVu Sans Mono"/>
                        </a:rPr>
                        <a:t>//</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7 // 2</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3</a:t>
                      </a:r>
                      <a:endParaRPr/>
                    </a:p>
                  </a:txBody>
                  <a:tcPr marL="91440" marR="91440" marT="45720" marB="45720" anchor="ctr">
                    <a:lnR w="9525" algn="ctr">
                      <a:solidFill>
                        <a:srgbClr val="D7DDD9"/>
                      </a:solidFill>
                    </a:lnR>
                    <a:lnB w="9525" algn="ctr">
                      <a:solidFill>
                        <a:srgbClr val="D7DDD9"/>
                      </a:solidFill>
                    </a:lnB>
                    <a:solidFill>
                      <a:srgbClr val="FAF8F3"/>
                    </a:solidFill>
                  </a:tcPr>
                </a:tc>
              </a:tr>
              <a:tr h="619125">
                <a:tc>
                  <a:txBody>
                    <a:bodyPr/>
                    <a:p>
                      <a:pPr>
                        <a:defRPr/>
                      </a:pPr>
                      <a:r>
                        <a:rPr sz="2050" b="0">
                          <a:solidFill>
                            <a:srgbClr val="172B39"/>
                          </a:solidFill>
                          <a:latin typeface="DejaVu Sans Mono"/>
                          <a:ea typeface="DejaVu Sans Mono"/>
                          <a:cs typeface="DejaVu Sans Mono"/>
                        </a:rPr>
                        <a:t>%</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7 % 2</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1</a:t>
                      </a:r>
                      <a:endParaRPr/>
                    </a:p>
                  </a:txBody>
                  <a:tcPr marL="91440" marR="91440" marT="45720" marB="45720" anchor="ctr">
                    <a:lnR w="9525" algn="ctr">
                      <a:solidFill>
                        <a:srgbClr val="D7DDD9"/>
                      </a:solidFill>
                    </a:lnR>
                    <a:lnB w="9525" algn="ctr">
                      <a:solidFill>
                        <a:srgbClr val="D7DDD9"/>
                      </a:solidFill>
                    </a:lnB>
                    <a:solidFill>
                      <a:srgbClr val="FAF8F3"/>
                    </a:solidFill>
                  </a:tcPr>
                </a:tc>
              </a:tr>
              <a:tr h="619125">
                <a:tc>
                  <a:txBody>
                    <a:bodyPr/>
                    <a:p>
                      <a:pPr>
                        <a:defRPr/>
                      </a:pPr>
                      <a:r>
                        <a:rPr sz="2050" b="0">
                          <a:solidFill>
                            <a:srgbClr val="172B39"/>
                          </a:solidFill>
                          <a:latin typeface="DejaVu Sans Mono"/>
                          <a:ea typeface="DejaVu Sans Mono"/>
                          <a:cs typeface="DejaVu Sans Mono"/>
                        </a:rPr>
                        <a:t>**</a:t>
                      </a:r>
                      <a:endParaRPr/>
                    </a:p>
                  </a:txBody>
                  <a:tcPr marL="91440" marR="91440" marT="45720" marB="45720" anchor="ctr">
                    <a:lnL w="9525" algn="ctr">
                      <a:solidFill>
                        <a:srgbClr val="D7DDD9"/>
                      </a:solidFill>
                    </a:lnL>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2 ** 3</a:t>
                      </a:r>
                      <a:endParaRPr/>
                    </a:p>
                  </a:txBody>
                  <a:tcPr marL="91440" marR="91440" marT="45720" marB="45720" anchor="ctr">
                    <a:lnR w="9525" algn="ctr">
                      <a:solidFill>
                        <a:srgbClr val="D7DDD9"/>
                      </a:solidFill>
                    </a:lnR>
                    <a:lnB w="9525" algn="ctr">
                      <a:solidFill>
                        <a:srgbClr val="D7DDD9"/>
                      </a:solidFill>
                    </a:lnB>
                    <a:solidFill>
                      <a:srgbClr val="FAF8F3"/>
                    </a:solidFill>
                  </a:tcPr>
                </a:tc>
                <a:tc>
                  <a:txBody>
                    <a:bodyPr/>
                    <a:p>
                      <a:pPr>
                        <a:defRPr/>
                      </a:pPr>
                      <a:r>
                        <a:rPr sz="2050" b="0">
                          <a:solidFill>
                            <a:srgbClr val="172B39"/>
                          </a:solidFill>
                          <a:latin typeface="DejaVu Sans"/>
                          <a:ea typeface="DejaVu Sans"/>
                          <a:cs typeface="DejaVu Sans"/>
                        </a:rPr>
                        <a:t>8</a:t>
                      </a:r>
                      <a:endParaRPr/>
                    </a:p>
                  </a:txBody>
                  <a:tcPr marL="91440" marR="91440" marT="45720" marB="45720" anchor="ctr">
                    <a:lnR w="9525" algn="ctr">
                      <a:solidFill>
                        <a:srgbClr val="D7DDD9"/>
                      </a:solidFill>
                    </a:lnR>
                    <a:lnB w="9525" algn="ctr">
                      <a:solidFill>
                        <a:srgbClr val="D7DDD9"/>
                      </a:solidFill>
                    </a:lnB>
                    <a:solidFill>
                      <a:srgbClr val="FAF8F3"/>
                    </a:solidFill>
                  </a:tcPr>
                </a:tc>
              </a:tr>
            </a:tbl>
          </a:graphicData>
        </a:graphic>
      </p:graphicFrame>
      <p:sp>
        <p:nvSpPr>
          <p:cNvPr id="1388103753" name="text-91"/>
          <p:cNvSpPr>
            <a:spLocks noGrp="1"/>
          </p:cNvSpPr>
          <p:nvPr/>
        </p:nvSpPr>
        <p:spPr bwMode="auto">
          <a:xfrm>
            <a:off x="647700" y="5715000"/>
            <a:ext cx="10763250" cy="447675"/>
          </a:xfrm>
          <a:prstGeom prst="rect">
            <a:avLst/>
          </a:prstGeom>
          <a:noFill/>
          <a:ln w="0">
            <a:noFill/>
            <a:prstDash val="solid"/>
          </a:ln>
        </p:spPr>
        <p:txBody>
          <a:bodyPr wrap="square" lIns="0" tIns="0" rIns="0" bIns="0">
            <a:noAutofit/>
          </a:bodyPr>
          <a:lstStyle>
            <a:defPPr>
              <a:defRPr sz="2500" b="1">
                <a:solidFill>
                  <a:srgbClr val="D45B2C"/>
                </a:solidFill>
                <a:latin typeface="DejaVu Sans Mono"/>
                <a:ea typeface="DejaVu Sans Mono"/>
                <a:cs typeface="DejaVu Sans Mono"/>
              </a:defRPr>
            </a:defPPr>
            <a:lvl1pPr>
              <a:defRPr sz="2500" b="1">
                <a:solidFill>
                  <a:srgbClr val="D45B2C"/>
                </a:solidFill>
                <a:latin typeface="DejaVu Sans Mono"/>
                <a:ea typeface="DejaVu Sans Mono"/>
                <a:cs typeface="DejaVu Sans Mono"/>
              </a:defRPr>
            </a:lvl1pPr>
            <a:lvl2pPr>
              <a:defRPr sz="2500" b="1">
                <a:solidFill>
                  <a:srgbClr val="D45B2C"/>
                </a:solidFill>
                <a:latin typeface="DejaVu Sans Mono"/>
                <a:ea typeface="DejaVu Sans Mono"/>
                <a:cs typeface="DejaVu Sans Mono"/>
              </a:defRPr>
            </a:lvl2pPr>
            <a:lvl3pPr>
              <a:defRPr sz="2500" b="1">
                <a:solidFill>
                  <a:srgbClr val="D45B2C"/>
                </a:solidFill>
                <a:latin typeface="DejaVu Sans Mono"/>
                <a:ea typeface="DejaVu Sans Mono"/>
                <a:cs typeface="DejaVu Sans Mono"/>
              </a:defRPr>
            </a:lvl3pPr>
            <a:lvl4pPr>
              <a:defRPr sz="2500" b="1">
                <a:solidFill>
                  <a:srgbClr val="D45B2C"/>
                </a:solidFill>
                <a:latin typeface="DejaVu Sans Mono"/>
                <a:ea typeface="DejaVu Sans Mono"/>
                <a:cs typeface="DejaVu Sans Mono"/>
              </a:defRPr>
            </a:lvl4pPr>
            <a:lvl5pPr>
              <a:defRPr sz="2500" b="1">
                <a:solidFill>
                  <a:srgbClr val="D45B2C"/>
                </a:solidFill>
                <a:latin typeface="DejaVu Sans Mono"/>
                <a:ea typeface="DejaVu Sans Mono"/>
                <a:cs typeface="DejaVu Sans Mono"/>
              </a:defRPr>
            </a:lvl5pPr>
            <a:lvl6pPr>
              <a:defRPr sz="2500" b="1">
                <a:solidFill>
                  <a:srgbClr val="D45B2C"/>
                </a:solidFill>
                <a:latin typeface="DejaVu Sans Mono"/>
                <a:ea typeface="DejaVu Sans Mono"/>
                <a:cs typeface="DejaVu Sans Mono"/>
              </a:defRPr>
            </a:lvl6pPr>
            <a:lvl7pPr>
              <a:defRPr sz="2500" b="1">
                <a:solidFill>
                  <a:srgbClr val="D45B2C"/>
                </a:solidFill>
                <a:latin typeface="DejaVu Sans Mono"/>
                <a:ea typeface="DejaVu Sans Mono"/>
                <a:cs typeface="DejaVu Sans Mono"/>
              </a:defRPr>
            </a:lvl7pPr>
            <a:lvl8pPr>
              <a:defRPr sz="2500" b="1">
                <a:solidFill>
                  <a:srgbClr val="D45B2C"/>
                </a:solidFill>
                <a:latin typeface="DejaVu Sans Mono"/>
                <a:ea typeface="DejaVu Sans Mono"/>
                <a:cs typeface="DejaVu Sans Mono"/>
              </a:defRPr>
            </a:lvl8pPr>
            <a:lvl9pPr>
              <a:defRPr sz="2500" b="1">
                <a:solidFill>
                  <a:srgbClr val="D45B2C"/>
                </a:solidFill>
                <a:latin typeface="DejaVu Sans Mono"/>
                <a:ea typeface="DejaVu Sans Mono"/>
                <a:cs typeface="DejaVu Sans Mono"/>
              </a:defRPr>
            </a:lvl9pPr>
          </a:lstStyle>
          <a:p>
            <a:pPr>
              <a:defRPr sz="2500" b="1">
                <a:solidFill>
                  <a:srgbClr val="D45B2C"/>
                </a:solidFill>
                <a:latin typeface="DejaVu Sans Mono"/>
                <a:ea typeface="DejaVu Sans Mono"/>
                <a:cs typeface="DejaVu Sans Mono"/>
              </a:defRPr>
            </a:pPr>
            <a:r>
              <a:rPr sz="2500" b="1">
                <a:solidFill>
                  <a:srgbClr val="D45B2C"/>
                </a:solidFill>
                <a:latin typeface="DejaVu Sans Mono"/>
                <a:ea typeface="DejaVu Sans Mono"/>
                <a:cs typeface="DejaVu Sans Mono"/>
              </a:rPr>
              <a:t>(8 + 6) / 2 = 7.0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52B37"/>
        </a:solidFill>
      </p:bgPr>
    </p:bg>
    <p:spTree>
      <p:nvGrpSpPr>
        <p:cNvPr id="1" name=""/>
        <p:cNvGrpSpPr/>
        <p:nvPr/>
      </p:nvGrpSpPr>
      <p:grpSpPr bwMode="auto">
        <a:xfrm>
          <a:off x="0" y="0"/>
          <a:ext cx="0" cy="0"/>
          <a:chOff x="0" y="0"/>
          <a:chExt cx="0" cy="0"/>
        </a:xfrm>
      </p:grpSpPr>
      <p:sp>
        <p:nvSpPr>
          <p:cNvPr id="247513101" name="text-92"/>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Em dự đoán kết quả nào?</a:t>
            </a:r>
            <a:endParaRPr/>
          </a:p>
        </p:txBody>
      </p:sp>
      <p:sp>
        <p:nvSpPr>
          <p:cNvPr id="495569957" name="text-93"/>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B9CDD4"/>
                </a:solidFill>
                <a:latin typeface="DejaVu Sans"/>
                <a:ea typeface="DejaVu Sans"/>
                <a:cs typeface="DejaVu Sans"/>
              </a:defRPr>
            </a:defPPr>
            <a:lvl1pPr>
              <a:defRPr sz="1300" b="0">
                <a:solidFill>
                  <a:srgbClr val="B9CDD4"/>
                </a:solidFill>
                <a:latin typeface="DejaVu Sans"/>
                <a:ea typeface="DejaVu Sans"/>
                <a:cs typeface="DejaVu Sans"/>
              </a:defRPr>
            </a:lvl1pPr>
            <a:lvl2pPr>
              <a:defRPr sz="1300" b="0">
                <a:solidFill>
                  <a:srgbClr val="B9CDD4"/>
                </a:solidFill>
                <a:latin typeface="DejaVu Sans"/>
                <a:ea typeface="DejaVu Sans"/>
                <a:cs typeface="DejaVu Sans"/>
              </a:defRPr>
            </a:lvl2pPr>
            <a:lvl3pPr>
              <a:defRPr sz="1300" b="0">
                <a:solidFill>
                  <a:srgbClr val="B9CDD4"/>
                </a:solidFill>
                <a:latin typeface="DejaVu Sans"/>
                <a:ea typeface="DejaVu Sans"/>
                <a:cs typeface="DejaVu Sans"/>
              </a:defRPr>
            </a:lvl3pPr>
            <a:lvl4pPr>
              <a:defRPr sz="1300" b="0">
                <a:solidFill>
                  <a:srgbClr val="B9CDD4"/>
                </a:solidFill>
                <a:latin typeface="DejaVu Sans"/>
                <a:ea typeface="DejaVu Sans"/>
                <a:cs typeface="DejaVu Sans"/>
              </a:defRPr>
            </a:lvl4pPr>
            <a:lvl5pPr>
              <a:defRPr sz="1300" b="0">
                <a:solidFill>
                  <a:srgbClr val="B9CDD4"/>
                </a:solidFill>
                <a:latin typeface="DejaVu Sans"/>
                <a:ea typeface="DejaVu Sans"/>
                <a:cs typeface="DejaVu Sans"/>
              </a:defRPr>
            </a:lvl5pPr>
            <a:lvl6pPr>
              <a:defRPr sz="1300" b="0">
                <a:solidFill>
                  <a:srgbClr val="B9CDD4"/>
                </a:solidFill>
                <a:latin typeface="DejaVu Sans"/>
                <a:ea typeface="DejaVu Sans"/>
                <a:cs typeface="DejaVu Sans"/>
              </a:defRPr>
            </a:lvl6pPr>
            <a:lvl7pPr>
              <a:defRPr sz="1300" b="0">
                <a:solidFill>
                  <a:srgbClr val="B9CDD4"/>
                </a:solidFill>
                <a:latin typeface="DejaVu Sans"/>
                <a:ea typeface="DejaVu Sans"/>
                <a:cs typeface="DejaVu Sans"/>
              </a:defRPr>
            </a:lvl7pPr>
            <a:lvl8pPr>
              <a:defRPr sz="1300" b="0">
                <a:solidFill>
                  <a:srgbClr val="B9CDD4"/>
                </a:solidFill>
                <a:latin typeface="DejaVu Sans"/>
                <a:ea typeface="DejaVu Sans"/>
                <a:cs typeface="DejaVu Sans"/>
              </a:defRPr>
            </a:lvl8pPr>
            <a:lvl9pPr>
              <a:defRPr sz="1300" b="0">
                <a:solidFill>
                  <a:srgbClr val="B9CDD4"/>
                </a:solidFill>
                <a:latin typeface="DejaVu Sans"/>
                <a:ea typeface="DejaVu Sans"/>
                <a:cs typeface="DejaVu Sans"/>
              </a:defRPr>
            </a:lvl9pPr>
          </a:lstStyle>
          <a:p>
            <a:pPr>
              <a:defRPr sz="1300" b="0">
                <a:solidFill>
                  <a:srgbClr val="B9CDD4"/>
                </a:solidFill>
                <a:latin typeface="DejaVu Sans"/>
                <a:ea typeface="DejaVu Sans"/>
                <a:cs typeface="DejaVu Sans"/>
              </a:defRPr>
            </a:pPr>
            <a:r>
              <a:rPr sz="1300" b="0">
                <a:solidFill>
                  <a:srgbClr val="B9CDD4"/>
                </a:solidFill>
                <a:latin typeface="DejaVu Sans"/>
                <a:ea typeface="DejaVu Sans"/>
                <a:cs typeface="DejaVu Sans"/>
              </a:rPr>
              <a:t>13</a:t>
            </a:r>
            <a:endParaRPr/>
          </a:p>
        </p:txBody>
      </p:sp>
      <p:sp>
        <p:nvSpPr>
          <p:cNvPr id="1157789960" name="text-94"/>
          <p:cNvSpPr>
            <a:spLocks noGrp="1"/>
          </p:cNvSpPr>
          <p:nvPr/>
        </p:nvSpPr>
        <p:spPr bwMode="auto">
          <a:xfrm>
            <a:off x="704850" y="2171700"/>
            <a:ext cx="10668000" cy="857250"/>
          </a:xfrm>
          <a:prstGeom prst="rect">
            <a:avLst/>
          </a:prstGeom>
          <a:noFill/>
          <a:ln w="0">
            <a:noFill/>
            <a:prstDash val="solid"/>
          </a:ln>
        </p:spPr>
        <p:txBody>
          <a:bodyPr wrap="square" lIns="0" tIns="0" rIns="0" bIns="0">
            <a:noAutofit/>
          </a:bodyPr>
          <a:lstStyle>
            <a:defPPr>
              <a:defRPr sz="4050" b="0">
                <a:solidFill>
                  <a:srgbClr val="FFD24A"/>
                </a:solidFill>
                <a:latin typeface="DejaVu Sans Mono"/>
                <a:ea typeface="DejaVu Sans Mono"/>
                <a:cs typeface="DejaVu Sans Mono"/>
              </a:defRPr>
            </a:defPPr>
            <a:lvl1pPr>
              <a:defRPr sz="4050" b="0">
                <a:solidFill>
                  <a:srgbClr val="FFD24A"/>
                </a:solidFill>
                <a:latin typeface="DejaVu Sans Mono"/>
                <a:ea typeface="DejaVu Sans Mono"/>
                <a:cs typeface="DejaVu Sans Mono"/>
              </a:defRPr>
            </a:lvl1pPr>
            <a:lvl2pPr>
              <a:defRPr sz="4050" b="0">
                <a:solidFill>
                  <a:srgbClr val="FFD24A"/>
                </a:solidFill>
                <a:latin typeface="DejaVu Sans Mono"/>
                <a:ea typeface="DejaVu Sans Mono"/>
                <a:cs typeface="DejaVu Sans Mono"/>
              </a:defRPr>
            </a:lvl2pPr>
            <a:lvl3pPr>
              <a:defRPr sz="4050" b="0">
                <a:solidFill>
                  <a:srgbClr val="FFD24A"/>
                </a:solidFill>
                <a:latin typeface="DejaVu Sans Mono"/>
                <a:ea typeface="DejaVu Sans Mono"/>
                <a:cs typeface="DejaVu Sans Mono"/>
              </a:defRPr>
            </a:lvl3pPr>
            <a:lvl4pPr>
              <a:defRPr sz="4050" b="0">
                <a:solidFill>
                  <a:srgbClr val="FFD24A"/>
                </a:solidFill>
                <a:latin typeface="DejaVu Sans Mono"/>
                <a:ea typeface="DejaVu Sans Mono"/>
                <a:cs typeface="DejaVu Sans Mono"/>
              </a:defRPr>
            </a:lvl4pPr>
            <a:lvl5pPr>
              <a:defRPr sz="4050" b="0">
                <a:solidFill>
                  <a:srgbClr val="FFD24A"/>
                </a:solidFill>
                <a:latin typeface="DejaVu Sans Mono"/>
                <a:ea typeface="DejaVu Sans Mono"/>
                <a:cs typeface="DejaVu Sans Mono"/>
              </a:defRPr>
            </a:lvl5pPr>
            <a:lvl6pPr>
              <a:defRPr sz="4050" b="0">
                <a:solidFill>
                  <a:srgbClr val="FFD24A"/>
                </a:solidFill>
                <a:latin typeface="DejaVu Sans Mono"/>
                <a:ea typeface="DejaVu Sans Mono"/>
                <a:cs typeface="DejaVu Sans Mono"/>
              </a:defRPr>
            </a:lvl6pPr>
            <a:lvl7pPr>
              <a:defRPr sz="4050" b="0">
                <a:solidFill>
                  <a:srgbClr val="FFD24A"/>
                </a:solidFill>
                <a:latin typeface="DejaVu Sans Mono"/>
                <a:ea typeface="DejaVu Sans Mono"/>
                <a:cs typeface="DejaVu Sans Mono"/>
              </a:defRPr>
            </a:lvl7pPr>
            <a:lvl8pPr>
              <a:defRPr sz="4050" b="0">
                <a:solidFill>
                  <a:srgbClr val="FFD24A"/>
                </a:solidFill>
                <a:latin typeface="DejaVu Sans Mono"/>
                <a:ea typeface="DejaVu Sans Mono"/>
                <a:cs typeface="DejaVu Sans Mono"/>
              </a:defRPr>
            </a:lvl8pPr>
            <a:lvl9pPr>
              <a:defRPr sz="4050" b="0">
                <a:solidFill>
                  <a:srgbClr val="FFD24A"/>
                </a:solidFill>
                <a:latin typeface="DejaVu Sans Mono"/>
                <a:ea typeface="DejaVu Sans Mono"/>
                <a:cs typeface="DejaVu Sans Mono"/>
              </a:defRPr>
            </a:lvl9pPr>
          </a:lstStyle>
          <a:p>
            <a:pPr>
              <a:defRPr sz="4050" b="0">
                <a:solidFill>
                  <a:srgbClr val="FFD24A"/>
                </a:solidFill>
                <a:latin typeface="DejaVu Sans Mono"/>
                <a:ea typeface="DejaVu Sans Mono"/>
                <a:cs typeface="DejaVu Sans Mono"/>
              </a:defRPr>
            </a:pPr>
            <a:r>
              <a:rPr sz="4050" b="0">
                <a:solidFill>
                  <a:srgbClr val="FFD24A"/>
                </a:solidFill>
                <a:latin typeface="DejaVu Sans Mono"/>
                <a:ea typeface="DejaVu Sans Mono"/>
                <a:cs typeface="DejaVu Sans Mono"/>
              </a:rPr>
              <a:t>print("2" + "3")</a:t>
            </a:r>
            <a:endParaRPr/>
          </a:p>
        </p:txBody>
      </p:sp>
      <p:sp>
        <p:nvSpPr>
          <p:cNvPr id="609645339" name="text-95"/>
          <p:cNvSpPr>
            <a:spLocks noGrp="1"/>
          </p:cNvSpPr>
          <p:nvPr/>
        </p:nvSpPr>
        <p:spPr bwMode="auto">
          <a:xfrm>
            <a:off x="704850" y="3581400"/>
            <a:ext cx="10668000" cy="857250"/>
          </a:xfrm>
          <a:prstGeom prst="rect">
            <a:avLst/>
          </a:prstGeom>
          <a:noFill/>
          <a:ln w="0">
            <a:noFill/>
            <a:prstDash val="solid"/>
          </a:ln>
        </p:spPr>
        <p:txBody>
          <a:bodyPr wrap="square" lIns="0" tIns="0" rIns="0" bIns="0">
            <a:noAutofit/>
          </a:bodyPr>
          <a:lstStyle>
            <a:defPPr>
              <a:defRPr sz="4050" b="0">
                <a:solidFill>
                  <a:srgbClr val="FFFFFF"/>
                </a:solidFill>
                <a:latin typeface="DejaVu Sans Mono"/>
                <a:ea typeface="DejaVu Sans Mono"/>
                <a:cs typeface="DejaVu Sans Mono"/>
              </a:defRPr>
            </a:defPPr>
            <a:lvl1pPr>
              <a:defRPr sz="4050" b="0">
                <a:solidFill>
                  <a:srgbClr val="FFFFFF"/>
                </a:solidFill>
                <a:latin typeface="DejaVu Sans Mono"/>
                <a:ea typeface="DejaVu Sans Mono"/>
                <a:cs typeface="DejaVu Sans Mono"/>
              </a:defRPr>
            </a:lvl1pPr>
            <a:lvl2pPr>
              <a:defRPr sz="4050" b="0">
                <a:solidFill>
                  <a:srgbClr val="FFFFFF"/>
                </a:solidFill>
                <a:latin typeface="DejaVu Sans Mono"/>
                <a:ea typeface="DejaVu Sans Mono"/>
                <a:cs typeface="DejaVu Sans Mono"/>
              </a:defRPr>
            </a:lvl2pPr>
            <a:lvl3pPr>
              <a:defRPr sz="4050" b="0">
                <a:solidFill>
                  <a:srgbClr val="FFFFFF"/>
                </a:solidFill>
                <a:latin typeface="DejaVu Sans Mono"/>
                <a:ea typeface="DejaVu Sans Mono"/>
                <a:cs typeface="DejaVu Sans Mono"/>
              </a:defRPr>
            </a:lvl3pPr>
            <a:lvl4pPr>
              <a:defRPr sz="4050" b="0">
                <a:solidFill>
                  <a:srgbClr val="FFFFFF"/>
                </a:solidFill>
                <a:latin typeface="DejaVu Sans Mono"/>
                <a:ea typeface="DejaVu Sans Mono"/>
                <a:cs typeface="DejaVu Sans Mono"/>
              </a:defRPr>
            </a:lvl4pPr>
            <a:lvl5pPr>
              <a:defRPr sz="4050" b="0">
                <a:solidFill>
                  <a:srgbClr val="FFFFFF"/>
                </a:solidFill>
                <a:latin typeface="DejaVu Sans Mono"/>
                <a:ea typeface="DejaVu Sans Mono"/>
                <a:cs typeface="DejaVu Sans Mono"/>
              </a:defRPr>
            </a:lvl5pPr>
            <a:lvl6pPr>
              <a:defRPr sz="4050" b="0">
                <a:solidFill>
                  <a:srgbClr val="FFFFFF"/>
                </a:solidFill>
                <a:latin typeface="DejaVu Sans Mono"/>
                <a:ea typeface="DejaVu Sans Mono"/>
                <a:cs typeface="DejaVu Sans Mono"/>
              </a:defRPr>
            </a:lvl6pPr>
            <a:lvl7pPr>
              <a:defRPr sz="4050" b="0">
                <a:solidFill>
                  <a:srgbClr val="FFFFFF"/>
                </a:solidFill>
                <a:latin typeface="DejaVu Sans Mono"/>
                <a:ea typeface="DejaVu Sans Mono"/>
                <a:cs typeface="DejaVu Sans Mono"/>
              </a:defRPr>
            </a:lvl7pPr>
            <a:lvl8pPr>
              <a:defRPr sz="4050" b="0">
                <a:solidFill>
                  <a:srgbClr val="FFFFFF"/>
                </a:solidFill>
                <a:latin typeface="DejaVu Sans Mono"/>
                <a:ea typeface="DejaVu Sans Mono"/>
                <a:cs typeface="DejaVu Sans Mono"/>
              </a:defRPr>
            </a:lvl8pPr>
            <a:lvl9pPr>
              <a:defRPr sz="4050" b="0">
                <a:solidFill>
                  <a:srgbClr val="FFFFFF"/>
                </a:solidFill>
                <a:latin typeface="DejaVu Sans Mono"/>
                <a:ea typeface="DejaVu Sans Mono"/>
                <a:cs typeface="DejaVu Sans Mono"/>
              </a:defRPr>
            </a:lvl9pPr>
          </a:lstStyle>
          <a:p>
            <a:pPr>
              <a:defRPr sz="4050" b="0">
                <a:solidFill>
                  <a:srgbClr val="FFFFFF"/>
                </a:solidFill>
                <a:latin typeface="DejaVu Sans Mono"/>
                <a:ea typeface="DejaVu Sans Mono"/>
                <a:cs typeface="DejaVu Sans Mono"/>
              </a:defRPr>
            </a:pPr>
            <a:r>
              <a:rPr sz="4050" b="0">
                <a:solidFill>
                  <a:srgbClr val="FFFFFF"/>
                </a:solidFill>
                <a:latin typeface="DejaVu Sans Mono"/>
                <a:ea typeface="DejaVu Sans Mono"/>
                <a:cs typeface="DejaVu Sans Mono"/>
              </a:rPr>
              <a:t>print(2 + 3)</a:t>
            </a:r>
            <a:endParaRPr/>
          </a:p>
        </p:txBody>
      </p:sp>
      <p:sp>
        <p:nvSpPr>
          <p:cNvPr id="263604631" name="text-96"/>
          <p:cNvSpPr>
            <a:spLocks noGrp="1"/>
          </p:cNvSpPr>
          <p:nvPr/>
        </p:nvSpPr>
        <p:spPr bwMode="auto">
          <a:xfrm>
            <a:off x="704850" y="5295899"/>
            <a:ext cx="10668000" cy="571500"/>
          </a:xfrm>
          <a:prstGeom prst="rect">
            <a:avLst/>
          </a:prstGeom>
          <a:noFill/>
          <a:ln w="0">
            <a:noFill/>
            <a:prstDash val="solid"/>
          </a:ln>
        </p:spPr>
        <p:txBody>
          <a:bodyPr wrap="square" lIns="0" tIns="0" rIns="0" bIns="0">
            <a:noAutofit/>
          </a:bodyPr>
          <a:lstStyle>
            <a:defPPr>
              <a:defRPr sz="2250" b="0">
                <a:solidFill>
                  <a:srgbClr val="CBD9DF"/>
                </a:solidFill>
                <a:latin typeface="DejaVu Sans"/>
                <a:ea typeface="DejaVu Sans"/>
                <a:cs typeface="DejaVu Sans"/>
              </a:defRPr>
            </a:defPPr>
            <a:lvl1pPr>
              <a:defRPr sz="2250" b="0">
                <a:solidFill>
                  <a:srgbClr val="CBD9DF"/>
                </a:solidFill>
                <a:latin typeface="DejaVu Sans"/>
                <a:ea typeface="DejaVu Sans"/>
                <a:cs typeface="DejaVu Sans"/>
              </a:defRPr>
            </a:lvl1pPr>
            <a:lvl2pPr>
              <a:defRPr sz="2250" b="0">
                <a:solidFill>
                  <a:srgbClr val="CBD9DF"/>
                </a:solidFill>
                <a:latin typeface="DejaVu Sans"/>
                <a:ea typeface="DejaVu Sans"/>
                <a:cs typeface="DejaVu Sans"/>
              </a:defRPr>
            </a:lvl2pPr>
            <a:lvl3pPr>
              <a:defRPr sz="2250" b="0">
                <a:solidFill>
                  <a:srgbClr val="CBD9DF"/>
                </a:solidFill>
                <a:latin typeface="DejaVu Sans"/>
                <a:ea typeface="DejaVu Sans"/>
                <a:cs typeface="DejaVu Sans"/>
              </a:defRPr>
            </a:lvl3pPr>
            <a:lvl4pPr>
              <a:defRPr sz="2250" b="0">
                <a:solidFill>
                  <a:srgbClr val="CBD9DF"/>
                </a:solidFill>
                <a:latin typeface="DejaVu Sans"/>
                <a:ea typeface="DejaVu Sans"/>
                <a:cs typeface="DejaVu Sans"/>
              </a:defRPr>
            </a:lvl4pPr>
            <a:lvl5pPr>
              <a:defRPr sz="2250" b="0">
                <a:solidFill>
                  <a:srgbClr val="CBD9DF"/>
                </a:solidFill>
                <a:latin typeface="DejaVu Sans"/>
                <a:ea typeface="DejaVu Sans"/>
                <a:cs typeface="DejaVu Sans"/>
              </a:defRPr>
            </a:lvl5pPr>
            <a:lvl6pPr>
              <a:defRPr sz="2250" b="0">
                <a:solidFill>
                  <a:srgbClr val="CBD9DF"/>
                </a:solidFill>
                <a:latin typeface="DejaVu Sans"/>
                <a:ea typeface="DejaVu Sans"/>
                <a:cs typeface="DejaVu Sans"/>
              </a:defRPr>
            </a:lvl6pPr>
            <a:lvl7pPr>
              <a:defRPr sz="2250" b="0">
                <a:solidFill>
                  <a:srgbClr val="CBD9DF"/>
                </a:solidFill>
                <a:latin typeface="DejaVu Sans"/>
                <a:ea typeface="DejaVu Sans"/>
                <a:cs typeface="DejaVu Sans"/>
              </a:defRPr>
            </a:lvl7pPr>
            <a:lvl8pPr>
              <a:defRPr sz="2250" b="0">
                <a:solidFill>
                  <a:srgbClr val="CBD9DF"/>
                </a:solidFill>
                <a:latin typeface="DejaVu Sans"/>
                <a:ea typeface="DejaVu Sans"/>
                <a:cs typeface="DejaVu Sans"/>
              </a:defRPr>
            </a:lvl8pPr>
            <a:lvl9pPr>
              <a:defRPr sz="2250" b="0">
                <a:solidFill>
                  <a:srgbClr val="CBD9DF"/>
                </a:solidFill>
                <a:latin typeface="DejaVu Sans"/>
                <a:ea typeface="DejaVu Sans"/>
                <a:cs typeface="DejaVu Sans"/>
              </a:defRPr>
            </a:lvl9pPr>
          </a:lstStyle>
          <a:p>
            <a:pPr>
              <a:defRPr sz="2250" b="0">
                <a:solidFill>
                  <a:srgbClr val="CBD9DF"/>
                </a:solidFill>
                <a:latin typeface="DejaVu Sans"/>
                <a:ea typeface="DejaVu Sans"/>
                <a:cs typeface="DejaVu Sans"/>
              </a:defRPr>
            </a:pPr>
            <a:r>
              <a:rPr sz="2250" b="0">
                <a:solidFill>
                  <a:srgbClr val="CBD9DF"/>
                </a:solidFill>
                <a:latin typeface="DejaVu Sans"/>
                <a:ea typeface="DejaVu Sans"/>
                <a:cs typeface="DejaVu Sans"/>
              </a:rPr>
              <a:t>Giống ký tự, khác kiểu dữ liệu.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420441007" name="text-97"/>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Nhận dữ liệu bằng input</a:t>
            </a:r>
            <a:endParaRPr/>
          </a:p>
        </p:txBody>
      </p:sp>
      <p:sp>
        <p:nvSpPr>
          <p:cNvPr id="1807555771" name="text-98"/>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14</a:t>
            </a:r>
            <a:endParaRPr/>
          </a:p>
        </p:txBody>
      </p:sp>
      <p:sp>
        <p:nvSpPr>
          <p:cNvPr id="1414948452" name="surface-99"/>
          <p:cNvSpPr>
            <a:spLocks noGrp="1"/>
          </p:cNvSpPr>
          <p:nvPr/>
        </p:nvSpPr>
        <p:spPr bwMode="auto">
          <a:xfrm>
            <a:off x="647700" y="1809750"/>
            <a:ext cx="10858500" cy="1619250"/>
          </a:xfrm>
          <a:prstGeom prst="rect">
            <a:avLst/>
          </a:prstGeom>
          <a:solidFill>
            <a:srgbClr val="152B37"/>
          </a:solidFill>
          <a:ln w="0">
            <a:noFill/>
            <a:prstDash val="solid"/>
          </a:ln>
        </p:spPr>
      </p:sp>
      <p:sp>
        <p:nvSpPr>
          <p:cNvPr id="1145794922" name="text-100"/>
          <p:cNvSpPr>
            <a:spLocks noGrp="1"/>
          </p:cNvSpPr>
          <p:nvPr/>
        </p:nvSpPr>
        <p:spPr bwMode="auto">
          <a:xfrm>
            <a:off x="895350" y="2000250"/>
            <a:ext cx="10363200" cy="619125"/>
          </a:xfrm>
          <a:prstGeom prst="rect">
            <a:avLst/>
          </a:prstGeom>
          <a:noFill/>
          <a:ln w="0">
            <a:noFill/>
            <a:prstDash val="solid"/>
          </a:ln>
        </p:spPr>
        <p:txBody>
          <a:bodyPr wrap="square" lIns="0" tIns="0" rIns="0" bIns="0">
            <a:noAutofit/>
          </a:bodyPr>
          <a:lstStyle>
            <a:defPPr>
              <a:defRPr sz="2550" b="0">
                <a:solidFill>
                  <a:srgbClr val="FFFFFF"/>
                </a:solidFill>
                <a:latin typeface="DejaVu Sans Mono"/>
                <a:ea typeface="DejaVu Sans Mono"/>
                <a:cs typeface="DejaVu Sans Mono"/>
              </a:defRPr>
            </a:defPPr>
            <a:lvl1pPr>
              <a:defRPr sz="2550" b="0">
                <a:solidFill>
                  <a:srgbClr val="FFFFFF"/>
                </a:solidFill>
                <a:latin typeface="DejaVu Sans Mono"/>
                <a:ea typeface="DejaVu Sans Mono"/>
                <a:cs typeface="DejaVu Sans Mono"/>
              </a:defRPr>
            </a:lvl1pPr>
            <a:lvl2pPr>
              <a:defRPr sz="2550" b="0">
                <a:solidFill>
                  <a:srgbClr val="FFFFFF"/>
                </a:solidFill>
                <a:latin typeface="DejaVu Sans Mono"/>
                <a:ea typeface="DejaVu Sans Mono"/>
                <a:cs typeface="DejaVu Sans Mono"/>
              </a:defRPr>
            </a:lvl2pPr>
            <a:lvl3pPr>
              <a:defRPr sz="2550" b="0">
                <a:solidFill>
                  <a:srgbClr val="FFFFFF"/>
                </a:solidFill>
                <a:latin typeface="DejaVu Sans Mono"/>
                <a:ea typeface="DejaVu Sans Mono"/>
                <a:cs typeface="DejaVu Sans Mono"/>
              </a:defRPr>
            </a:lvl3pPr>
            <a:lvl4pPr>
              <a:defRPr sz="2550" b="0">
                <a:solidFill>
                  <a:srgbClr val="FFFFFF"/>
                </a:solidFill>
                <a:latin typeface="DejaVu Sans Mono"/>
                <a:ea typeface="DejaVu Sans Mono"/>
                <a:cs typeface="DejaVu Sans Mono"/>
              </a:defRPr>
            </a:lvl4pPr>
            <a:lvl5pPr>
              <a:defRPr sz="2550" b="0">
                <a:solidFill>
                  <a:srgbClr val="FFFFFF"/>
                </a:solidFill>
                <a:latin typeface="DejaVu Sans Mono"/>
                <a:ea typeface="DejaVu Sans Mono"/>
                <a:cs typeface="DejaVu Sans Mono"/>
              </a:defRPr>
            </a:lvl5pPr>
            <a:lvl6pPr>
              <a:defRPr sz="2550" b="0">
                <a:solidFill>
                  <a:srgbClr val="FFFFFF"/>
                </a:solidFill>
                <a:latin typeface="DejaVu Sans Mono"/>
                <a:ea typeface="DejaVu Sans Mono"/>
                <a:cs typeface="DejaVu Sans Mono"/>
              </a:defRPr>
            </a:lvl6pPr>
            <a:lvl7pPr>
              <a:defRPr sz="2550" b="0">
                <a:solidFill>
                  <a:srgbClr val="FFFFFF"/>
                </a:solidFill>
                <a:latin typeface="DejaVu Sans Mono"/>
                <a:ea typeface="DejaVu Sans Mono"/>
                <a:cs typeface="DejaVu Sans Mono"/>
              </a:defRPr>
            </a:lvl7pPr>
            <a:lvl8pPr>
              <a:defRPr sz="2550" b="0">
                <a:solidFill>
                  <a:srgbClr val="FFFFFF"/>
                </a:solidFill>
                <a:latin typeface="DejaVu Sans Mono"/>
                <a:ea typeface="DejaVu Sans Mono"/>
                <a:cs typeface="DejaVu Sans Mono"/>
              </a:defRPr>
            </a:lvl8pPr>
            <a:lvl9pPr>
              <a:defRPr sz="2550" b="0">
                <a:solidFill>
                  <a:srgbClr val="FFFFFF"/>
                </a:solidFill>
                <a:latin typeface="DejaVu Sans Mono"/>
                <a:ea typeface="DejaVu Sans Mono"/>
                <a:cs typeface="DejaVu Sans Mono"/>
              </a:defRPr>
            </a:lvl9pPr>
          </a:lstStyle>
          <a:p>
            <a:pPr>
              <a:defRPr sz="2550" b="0">
                <a:solidFill>
                  <a:srgbClr val="FFFFFF"/>
                </a:solidFill>
                <a:latin typeface="DejaVu Sans Mono"/>
                <a:ea typeface="DejaVu Sans Mono"/>
                <a:cs typeface="DejaVu Sans Mono"/>
              </a:defRPr>
            </a:pPr>
            <a:r>
              <a:rPr sz="2550" b="0">
                <a:solidFill>
                  <a:srgbClr val="FFFFFF"/>
                </a:solidFill>
                <a:latin typeface="DejaVu Sans Mono"/>
                <a:ea typeface="DejaVu Sans Mono"/>
                <a:cs typeface="DejaVu Sans Mono"/>
              </a:rPr>
              <a:t>name = input("Ho ten: ")</a:t>
            </a:r>
            <a:endParaRPr/>
          </a:p>
        </p:txBody>
      </p:sp>
      <p:sp>
        <p:nvSpPr>
          <p:cNvPr id="1961380378" name="text-101"/>
          <p:cNvSpPr>
            <a:spLocks noGrp="1"/>
          </p:cNvSpPr>
          <p:nvPr/>
        </p:nvSpPr>
        <p:spPr bwMode="auto">
          <a:xfrm>
            <a:off x="895350" y="2619375"/>
            <a:ext cx="10363200" cy="619125"/>
          </a:xfrm>
          <a:prstGeom prst="rect">
            <a:avLst/>
          </a:prstGeom>
          <a:noFill/>
          <a:ln w="0">
            <a:noFill/>
            <a:prstDash val="solid"/>
          </a:ln>
        </p:spPr>
        <p:txBody>
          <a:bodyPr wrap="square" lIns="0" tIns="0" rIns="0" bIns="0">
            <a:noAutofit/>
          </a:bodyPr>
          <a:lstStyle>
            <a:defPPr>
              <a:defRPr sz="2550" b="0">
                <a:solidFill>
                  <a:srgbClr val="FFFFFF"/>
                </a:solidFill>
                <a:latin typeface="DejaVu Sans Mono"/>
                <a:ea typeface="DejaVu Sans Mono"/>
                <a:cs typeface="DejaVu Sans Mono"/>
              </a:defRPr>
            </a:defPPr>
            <a:lvl1pPr>
              <a:defRPr sz="2550" b="0">
                <a:solidFill>
                  <a:srgbClr val="FFFFFF"/>
                </a:solidFill>
                <a:latin typeface="DejaVu Sans Mono"/>
                <a:ea typeface="DejaVu Sans Mono"/>
                <a:cs typeface="DejaVu Sans Mono"/>
              </a:defRPr>
            </a:lvl1pPr>
            <a:lvl2pPr>
              <a:defRPr sz="2550" b="0">
                <a:solidFill>
                  <a:srgbClr val="FFFFFF"/>
                </a:solidFill>
                <a:latin typeface="DejaVu Sans Mono"/>
                <a:ea typeface="DejaVu Sans Mono"/>
                <a:cs typeface="DejaVu Sans Mono"/>
              </a:defRPr>
            </a:lvl2pPr>
            <a:lvl3pPr>
              <a:defRPr sz="2550" b="0">
                <a:solidFill>
                  <a:srgbClr val="FFFFFF"/>
                </a:solidFill>
                <a:latin typeface="DejaVu Sans Mono"/>
                <a:ea typeface="DejaVu Sans Mono"/>
                <a:cs typeface="DejaVu Sans Mono"/>
              </a:defRPr>
            </a:lvl3pPr>
            <a:lvl4pPr>
              <a:defRPr sz="2550" b="0">
                <a:solidFill>
                  <a:srgbClr val="FFFFFF"/>
                </a:solidFill>
                <a:latin typeface="DejaVu Sans Mono"/>
                <a:ea typeface="DejaVu Sans Mono"/>
                <a:cs typeface="DejaVu Sans Mono"/>
              </a:defRPr>
            </a:lvl4pPr>
            <a:lvl5pPr>
              <a:defRPr sz="2550" b="0">
                <a:solidFill>
                  <a:srgbClr val="FFFFFF"/>
                </a:solidFill>
                <a:latin typeface="DejaVu Sans Mono"/>
                <a:ea typeface="DejaVu Sans Mono"/>
                <a:cs typeface="DejaVu Sans Mono"/>
              </a:defRPr>
            </a:lvl5pPr>
            <a:lvl6pPr>
              <a:defRPr sz="2550" b="0">
                <a:solidFill>
                  <a:srgbClr val="FFFFFF"/>
                </a:solidFill>
                <a:latin typeface="DejaVu Sans Mono"/>
                <a:ea typeface="DejaVu Sans Mono"/>
                <a:cs typeface="DejaVu Sans Mono"/>
              </a:defRPr>
            </a:lvl6pPr>
            <a:lvl7pPr>
              <a:defRPr sz="2550" b="0">
                <a:solidFill>
                  <a:srgbClr val="FFFFFF"/>
                </a:solidFill>
                <a:latin typeface="DejaVu Sans Mono"/>
                <a:ea typeface="DejaVu Sans Mono"/>
                <a:cs typeface="DejaVu Sans Mono"/>
              </a:defRPr>
            </a:lvl7pPr>
            <a:lvl8pPr>
              <a:defRPr sz="2550" b="0">
                <a:solidFill>
                  <a:srgbClr val="FFFFFF"/>
                </a:solidFill>
                <a:latin typeface="DejaVu Sans Mono"/>
                <a:ea typeface="DejaVu Sans Mono"/>
                <a:cs typeface="DejaVu Sans Mono"/>
              </a:defRPr>
            </a:lvl8pPr>
            <a:lvl9pPr>
              <a:defRPr sz="2550" b="0">
                <a:solidFill>
                  <a:srgbClr val="FFFFFF"/>
                </a:solidFill>
                <a:latin typeface="DejaVu Sans Mono"/>
                <a:ea typeface="DejaVu Sans Mono"/>
                <a:cs typeface="DejaVu Sans Mono"/>
              </a:defRPr>
            </a:lvl9pPr>
          </a:lstStyle>
          <a:p>
            <a:pPr>
              <a:defRPr sz="2550" b="0">
                <a:solidFill>
                  <a:srgbClr val="FFFFFF"/>
                </a:solidFill>
                <a:latin typeface="DejaVu Sans Mono"/>
                <a:ea typeface="DejaVu Sans Mono"/>
                <a:cs typeface="DejaVu Sans Mono"/>
              </a:defRPr>
            </a:pPr>
            <a:r>
              <a:rPr sz="2550" b="0">
                <a:solidFill>
                  <a:srgbClr val="FFFFFF"/>
                </a:solidFill>
                <a:latin typeface="DejaVu Sans Mono"/>
                <a:ea typeface="DejaVu Sans Mono"/>
                <a:cs typeface="DejaVu Sans Mono"/>
              </a:rPr>
              <a:t>print(name)</a:t>
            </a:r>
            <a:endParaRPr/>
          </a:p>
        </p:txBody>
      </p:sp>
      <p:sp>
        <p:nvSpPr>
          <p:cNvPr id="43924121" name="text-102"/>
          <p:cNvSpPr>
            <a:spLocks noGrp="1"/>
          </p:cNvSpPr>
          <p:nvPr/>
        </p:nvSpPr>
        <p:spPr bwMode="auto">
          <a:xfrm>
            <a:off x="647700" y="3914775"/>
            <a:ext cx="10668000" cy="619125"/>
          </a:xfrm>
          <a:prstGeom prst="rect">
            <a:avLst/>
          </a:prstGeom>
          <a:noFill/>
          <a:ln w="0">
            <a:noFill/>
            <a:prstDash val="solid"/>
          </a:ln>
        </p:spPr>
        <p:txBody>
          <a:bodyPr wrap="square" lIns="0" tIns="0" rIns="0" bIns="0">
            <a:noAutofit/>
          </a:bodyPr>
          <a:lstStyle>
            <a:defPPr>
              <a:defRPr sz="2550" b="1">
                <a:solidFill>
                  <a:srgbClr val="172B39"/>
                </a:solidFill>
                <a:latin typeface="DejaVu Sans"/>
                <a:ea typeface="DejaVu Sans"/>
                <a:cs typeface="DejaVu Sans"/>
              </a:defRPr>
            </a:defPPr>
            <a:lvl1pPr>
              <a:defRPr sz="2550" b="1">
                <a:solidFill>
                  <a:srgbClr val="172B39"/>
                </a:solidFill>
                <a:latin typeface="DejaVu Sans"/>
                <a:ea typeface="DejaVu Sans"/>
                <a:cs typeface="DejaVu Sans"/>
              </a:defRPr>
            </a:lvl1pPr>
            <a:lvl2pPr>
              <a:defRPr sz="2550" b="1">
                <a:solidFill>
                  <a:srgbClr val="172B39"/>
                </a:solidFill>
                <a:latin typeface="DejaVu Sans"/>
                <a:ea typeface="DejaVu Sans"/>
                <a:cs typeface="DejaVu Sans"/>
              </a:defRPr>
            </a:lvl2pPr>
            <a:lvl3pPr>
              <a:defRPr sz="2550" b="1">
                <a:solidFill>
                  <a:srgbClr val="172B39"/>
                </a:solidFill>
                <a:latin typeface="DejaVu Sans"/>
                <a:ea typeface="DejaVu Sans"/>
                <a:cs typeface="DejaVu Sans"/>
              </a:defRPr>
            </a:lvl3pPr>
            <a:lvl4pPr>
              <a:defRPr sz="2550" b="1">
                <a:solidFill>
                  <a:srgbClr val="172B39"/>
                </a:solidFill>
                <a:latin typeface="DejaVu Sans"/>
                <a:ea typeface="DejaVu Sans"/>
                <a:cs typeface="DejaVu Sans"/>
              </a:defRPr>
            </a:lvl4pPr>
            <a:lvl5pPr>
              <a:defRPr sz="2550" b="1">
                <a:solidFill>
                  <a:srgbClr val="172B39"/>
                </a:solidFill>
                <a:latin typeface="DejaVu Sans"/>
                <a:ea typeface="DejaVu Sans"/>
                <a:cs typeface="DejaVu Sans"/>
              </a:defRPr>
            </a:lvl5pPr>
            <a:lvl6pPr>
              <a:defRPr sz="2550" b="1">
                <a:solidFill>
                  <a:srgbClr val="172B39"/>
                </a:solidFill>
                <a:latin typeface="DejaVu Sans"/>
                <a:ea typeface="DejaVu Sans"/>
                <a:cs typeface="DejaVu Sans"/>
              </a:defRPr>
            </a:lvl6pPr>
            <a:lvl7pPr>
              <a:defRPr sz="2550" b="1">
                <a:solidFill>
                  <a:srgbClr val="172B39"/>
                </a:solidFill>
                <a:latin typeface="DejaVu Sans"/>
                <a:ea typeface="DejaVu Sans"/>
                <a:cs typeface="DejaVu Sans"/>
              </a:defRPr>
            </a:lvl7pPr>
            <a:lvl8pPr>
              <a:defRPr sz="2550" b="1">
                <a:solidFill>
                  <a:srgbClr val="172B39"/>
                </a:solidFill>
                <a:latin typeface="DejaVu Sans"/>
                <a:ea typeface="DejaVu Sans"/>
                <a:cs typeface="DejaVu Sans"/>
              </a:defRPr>
            </a:lvl8pPr>
            <a:lvl9pPr>
              <a:defRPr sz="2550" b="1">
                <a:solidFill>
                  <a:srgbClr val="172B39"/>
                </a:solidFill>
                <a:latin typeface="DejaVu Sans"/>
                <a:ea typeface="DejaVu Sans"/>
                <a:cs typeface="DejaVu Sans"/>
              </a:defRPr>
            </a:lvl9pPr>
          </a:lstStyle>
          <a:p>
            <a:pPr>
              <a:defRPr sz="2550" b="1">
                <a:solidFill>
                  <a:srgbClr val="172B39"/>
                </a:solidFill>
                <a:latin typeface="DejaVu Sans"/>
                <a:ea typeface="DejaVu Sans"/>
                <a:cs typeface="DejaVu Sans"/>
              </a:defRPr>
            </a:pPr>
            <a:r>
              <a:rPr sz="2550" b="1">
                <a:solidFill>
                  <a:srgbClr val="172B39"/>
                </a:solidFill>
                <a:latin typeface="DejaVu Sans"/>
                <a:ea typeface="DejaVu Sans"/>
                <a:cs typeface="DejaVu Sans"/>
              </a:rPr>
              <a:t>Người dùng nhập: Lan</a:t>
            </a:r>
            <a:endParaRPr/>
          </a:p>
        </p:txBody>
      </p:sp>
      <p:sp>
        <p:nvSpPr>
          <p:cNvPr id="1827742298" name="text-103"/>
          <p:cNvSpPr>
            <a:spLocks noGrp="1"/>
          </p:cNvSpPr>
          <p:nvPr/>
        </p:nvSpPr>
        <p:spPr bwMode="auto">
          <a:xfrm>
            <a:off x="647700" y="4972050"/>
            <a:ext cx="10668000" cy="762000"/>
          </a:xfrm>
          <a:prstGeom prst="rect">
            <a:avLst/>
          </a:prstGeom>
          <a:noFill/>
          <a:ln w="0">
            <a:noFill/>
            <a:prstDash val="solid"/>
          </a:ln>
        </p:spPr>
        <p:txBody>
          <a:bodyPr wrap="square" lIns="0" tIns="0" rIns="0" bIns="0">
            <a:noAutofit/>
          </a:bodyPr>
          <a:lstStyle>
            <a:defPPr>
              <a:defRPr sz="3000" b="1">
                <a:solidFill>
                  <a:srgbClr val="D45B2C"/>
                </a:solidFill>
                <a:latin typeface="DejaVu Sans Mono"/>
                <a:ea typeface="DejaVu Sans Mono"/>
                <a:cs typeface="DejaVu Sans Mono"/>
              </a:defRPr>
            </a:defPPr>
            <a:lvl1pPr>
              <a:defRPr sz="3000" b="1">
                <a:solidFill>
                  <a:srgbClr val="D45B2C"/>
                </a:solidFill>
                <a:latin typeface="DejaVu Sans Mono"/>
                <a:ea typeface="DejaVu Sans Mono"/>
                <a:cs typeface="DejaVu Sans Mono"/>
              </a:defRPr>
            </a:lvl1pPr>
            <a:lvl2pPr>
              <a:defRPr sz="3000" b="1">
                <a:solidFill>
                  <a:srgbClr val="D45B2C"/>
                </a:solidFill>
                <a:latin typeface="DejaVu Sans Mono"/>
                <a:ea typeface="DejaVu Sans Mono"/>
                <a:cs typeface="DejaVu Sans Mono"/>
              </a:defRPr>
            </a:lvl2pPr>
            <a:lvl3pPr>
              <a:defRPr sz="3000" b="1">
                <a:solidFill>
                  <a:srgbClr val="D45B2C"/>
                </a:solidFill>
                <a:latin typeface="DejaVu Sans Mono"/>
                <a:ea typeface="DejaVu Sans Mono"/>
                <a:cs typeface="DejaVu Sans Mono"/>
              </a:defRPr>
            </a:lvl3pPr>
            <a:lvl4pPr>
              <a:defRPr sz="3000" b="1">
                <a:solidFill>
                  <a:srgbClr val="D45B2C"/>
                </a:solidFill>
                <a:latin typeface="DejaVu Sans Mono"/>
                <a:ea typeface="DejaVu Sans Mono"/>
                <a:cs typeface="DejaVu Sans Mono"/>
              </a:defRPr>
            </a:lvl4pPr>
            <a:lvl5pPr>
              <a:defRPr sz="3000" b="1">
                <a:solidFill>
                  <a:srgbClr val="D45B2C"/>
                </a:solidFill>
                <a:latin typeface="DejaVu Sans Mono"/>
                <a:ea typeface="DejaVu Sans Mono"/>
                <a:cs typeface="DejaVu Sans Mono"/>
              </a:defRPr>
            </a:lvl5pPr>
            <a:lvl6pPr>
              <a:defRPr sz="3000" b="1">
                <a:solidFill>
                  <a:srgbClr val="D45B2C"/>
                </a:solidFill>
                <a:latin typeface="DejaVu Sans Mono"/>
                <a:ea typeface="DejaVu Sans Mono"/>
                <a:cs typeface="DejaVu Sans Mono"/>
              </a:defRPr>
            </a:lvl6pPr>
            <a:lvl7pPr>
              <a:defRPr sz="3000" b="1">
                <a:solidFill>
                  <a:srgbClr val="D45B2C"/>
                </a:solidFill>
                <a:latin typeface="DejaVu Sans Mono"/>
                <a:ea typeface="DejaVu Sans Mono"/>
                <a:cs typeface="DejaVu Sans Mono"/>
              </a:defRPr>
            </a:lvl7pPr>
            <a:lvl8pPr>
              <a:defRPr sz="3000" b="1">
                <a:solidFill>
                  <a:srgbClr val="D45B2C"/>
                </a:solidFill>
                <a:latin typeface="DejaVu Sans Mono"/>
                <a:ea typeface="DejaVu Sans Mono"/>
                <a:cs typeface="DejaVu Sans Mono"/>
              </a:defRPr>
            </a:lvl8pPr>
            <a:lvl9pPr>
              <a:defRPr sz="3000" b="1">
                <a:solidFill>
                  <a:srgbClr val="D45B2C"/>
                </a:solidFill>
                <a:latin typeface="DejaVu Sans Mono"/>
                <a:ea typeface="DejaVu Sans Mono"/>
                <a:cs typeface="DejaVu Sans Mono"/>
              </a:defRPr>
            </a:lvl9pPr>
          </a:lstStyle>
          <a:p>
            <a:pPr>
              <a:defRPr sz="3000" b="1">
                <a:solidFill>
                  <a:srgbClr val="D45B2C"/>
                </a:solidFill>
                <a:latin typeface="DejaVu Sans Mono"/>
                <a:ea typeface="DejaVu Sans Mono"/>
                <a:cs typeface="DejaVu Sans Mono"/>
              </a:defRPr>
            </a:pPr>
            <a:r>
              <a:rPr sz="3000" b="1">
                <a:solidFill>
                  <a:srgbClr val="D45B2C"/>
                </a:solidFill>
                <a:latin typeface="DejaVu Sans Mono"/>
                <a:ea typeface="DejaVu Sans Mono"/>
                <a:cs typeface="DejaVu Sans Mono"/>
              </a:rPr>
              <a:t>input() luôn trả về str.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978358389" name="text-104"/>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Ép kiểu trước khi tính</a:t>
            </a:r>
            <a:endParaRPr/>
          </a:p>
        </p:txBody>
      </p:sp>
      <p:sp>
        <p:nvSpPr>
          <p:cNvPr id="726483425" name="text-105"/>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15</a:t>
            </a:r>
            <a:endParaRPr/>
          </a:p>
        </p:txBody>
      </p:sp>
      <p:sp>
        <p:nvSpPr>
          <p:cNvPr id="998863069" name="text-106"/>
          <p:cNvSpPr>
            <a:spLocks noGrp="1"/>
          </p:cNvSpPr>
          <p:nvPr/>
        </p:nvSpPr>
        <p:spPr bwMode="auto">
          <a:xfrm>
            <a:off x="647700" y="1781175"/>
            <a:ext cx="10858500" cy="1333500"/>
          </a:xfrm>
          <a:prstGeom prst="rect">
            <a:avLst/>
          </a:prstGeom>
          <a:noFill/>
          <a:ln w="0">
            <a:noFill/>
            <a:prstDash val="solid"/>
          </a:ln>
        </p:spPr>
        <p:txBody>
          <a:bodyPr wrap="square" lIns="0" tIns="0" rIns="0" bIns="0">
            <a:noAutofit/>
          </a:bodyPr>
          <a:lstStyle>
            <a:defPPr>
              <a:defRPr sz="2800" b="0">
                <a:solidFill>
                  <a:srgbClr val="306998"/>
                </a:solidFill>
                <a:latin typeface="DejaVu Sans Mono"/>
                <a:ea typeface="DejaVu Sans Mono"/>
                <a:cs typeface="DejaVu Sans Mono"/>
              </a:defRPr>
            </a:defPPr>
            <a:lvl1pPr>
              <a:defRPr sz="2800" b="0">
                <a:solidFill>
                  <a:srgbClr val="306998"/>
                </a:solidFill>
                <a:latin typeface="DejaVu Sans Mono"/>
                <a:ea typeface="DejaVu Sans Mono"/>
                <a:cs typeface="DejaVu Sans Mono"/>
              </a:defRPr>
            </a:lvl1pPr>
            <a:lvl2pPr>
              <a:defRPr sz="2800" b="0">
                <a:solidFill>
                  <a:srgbClr val="306998"/>
                </a:solidFill>
                <a:latin typeface="DejaVu Sans Mono"/>
                <a:ea typeface="DejaVu Sans Mono"/>
                <a:cs typeface="DejaVu Sans Mono"/>
              </a:defRPr>
            </a:lvl2pPr>
            <a:lvl3pPr>
              <a:defRPr sz="2800" b="0">
                <a:solidFill>
                  <a:srgbClr val="306998"/>
                </a:solidFill>
                <a:latin typeface="DejaVu Sans Mono"/>
                <a:ea typeface="DejaVu Sans Mono"/>
                <a:cs typeface="DejaVu Sans Mono"/>
              </a:defRPr>
            </a:lvl3pPr>
            <a:lvl4pPr>
              <a:defRPr sz="2800" b="0">
                <a:solidFill>
                  <a:srgbClr val="306998"/>
                </a:solidFill>
                <a:latin typeface="DejaVu Sans Mono"/>
                <a:ea typeface="DejaVu Sans Mono"/>
                <a:cs typeface="DejaVu Sans Mono"/>
              </a:defRPr>
            </a:lvl4pPr>
            <a:lvl5pPr>
              <a:defRPr sz="2800" b="0">
                <a:solidFill>
                  <a:srgbClr val="306998"/>
                </a:solidFill>
                <a:latin typeface="DejaVu Sans Mono"/>
                <a:ea typeface="DejaVu Sans Mono"/>
                <a:cs typeface="DejaVu Sans Mono"/>
              </a:defRPr>
            </a:lvl5pPr>
            <a:lvl6pPr>
              <a:defRPr sz="2800" b="0">
                <a:solidFill>
                  <a:srgbClr val="306998"/>
                </a:solidFill>
                <a:latin typeface="DejaVu Sans Mono"/>
                <a:ea typeface="DejaVu Sans Mono"/>
                <a:cs typeface="DejaVu Sans Mono"/>
              </a:defRPr>
            </a:lvl6pPr>
            <a:lvl7pPr>
              <a:defRPr sz="2800" b="0">
                <a:solidFill>
                  <a:srgbClr val="306998"/>
                </a:solidFill>
                <a:latin typeface="DejaVu Sans Mono"/>
                <a:ea typeface="DejaVu Sans Mono"/>
                <a:cs typeface="DejaVu Sans Mono"/>
              </a:defRPr>
            </a:lvl7pPr>
            <a:lvl8pPr>
              <a:defRPr sz="2800" b="0">
                <a:solidFill>
                  <a:srgbClr val="306998"/>
                </a:solidFill>
                <a:latin typeface="DejaVu Sans Mono"/>
                <a:ea typeface="DejaVu Sans Mono"/>
                <a:cs typeface="DejaVu Sans Mono"/>
              </a:defRPr>
            </a:lvl8pPr>
            <a:lvl9pPr>
              <a:defRPr sz="2800" b="0">
                <a:solidFill>
                  <a:srgbClr val="306998"/>
                </a:solidFill>
                <a:latin typeface="DejaVu Sans Mono"/>
                <a:ea typeface="DejaVu Sans Mono"/>
                <a:cs typeface="DejaVu Sans Mono"/>
              </a:defRPr>
            </a:lvl9pPr>
          </a:lstStyle>
          <a:p>
            <a:pPr>
              <a:defRPr sz="2800" b="0">
                <a:solidFill>
                  <a:srgbClr val="306998"/>
                </a:solidFill>
                <a:latin typeface="DejaVu Sans Mono"/>
                <a:ea typeface="DejaVu Sans Mono"/>
                <a:cs typeface="DejaVu Sans Mono"/>
              </a:defRPr>
            </a:pPr>
            <a:r>
              <a:rPr sz="2800" b="0">
                <a:solidFill>
                  <a:srgbClr val="306998"/>
                </a:solidFill>
                <a:latin typeface="DejaVu Sans Mono"/>
                <a:ea typeface="DejaVu Sans Mono"/>
                <a:cs typeface="DejaVu Sans Mono"/>
              </a:rPr>
              <a:t>int("18") = 18</a:t>
            </a:r>
            <a:endParaRPr/>
          </a:p>
          <a:p>
            <a:pPr>
              <a:defRPr sz="2800" b="0">
                <a:solidFill>
                  <a:srgbClr val="306998"/>
                </a:solidFill>
                <a:latin typeface="DejaVu Sans Mono"/>
                <a:ea typeface="DejaVu Sans Mono"/>
                <a:cs typeface="DejaVu Sans Mono"/>
              </a:defRPr>
            </a:pPr>
            <a:r>
              <a:rPr sz="2800" b="0">
                <a:solidFill>
                  <a:srgbClr val="306998"/>
                </a:solidFill>
                <a:latin typeface="DejaVu Sans Mono"/>
                <a:ea typeface="DejaVu Sans Mono"/>
                <a:cs typeface="DejaVu Sans Mono"/>
              </a:rPr>
              <a:t>float("8.5") = 8.5</a:t>
            </a:r>
            <a:endParaRPr/>
          </a:p>
        </p:txBody>
      </p:sp>
      <p:sp>
        <p:nvSpPr>
          <p:cNvPr id="650776929" name="surface-107"/>
          <p:cNvSpPr>
            <a:spLocks noGrp="1"/>
          </p:cNvSpPr>
          <p:nvPr/>
        </p:nvSpPr>
        <p:spPr bwMode="auto">
          <a:xfrm>
            <a:off x="647700" y="3638550"/>
            <a:ext cx="10858500" cy="1952625"/>
          </a:xfrm>
          <a:prstGeom prst="rect">
            <a:avLst/>
          </a:prstGeom>
          <a:solidFill>
            <a:srgbClr val="152B37"/>
          </a:solidFill>
          <a:ln w="0">
            <a:noFill/>
            <a:prstDash val="solid"/>
          </a:ln>
        </p:spPr>
      </p:sp>
      <p:sp>
        <p:nvSpPr>
          <p:cNvPr id="1356790751" name="text-108"/>
          <p:cNvSpPr>
            <a:spLocks noGrp="1"/>
          </p:cNvSpPr>
          <p:nvPr/>
        </p:nvSpPr>
        <p:spPr bwMode="auto">
          <a:xfrm>
            <a:off x="895350" y="3829050"/>
            <a:ext cx="10363200" cy="523875"/>
          </a:xfrm>
          <a:prstGeom prst="rect">
            <a:avLst/>
          </a:prstGeom>
          <a:noFill/>
          <a:ln w="0">
            <a:noFill/>
            <a:prstDash val="solid"/>
          </a:ln>
        </p:spPr>
        <p:txBody>
          <a:bodyPr wrap="square" lIns="0" tIns="0" rIns="0" bIns="0">
            <a:noAutofit/>
          </a:bodyPr>
          <a:lstStyle>
            <a:defPPr>
              <a:defRPr sz="2400" b="0">
                <a:solidFill>
                  <a:srgbClr val="FFFFFF"/>
                </a:solidFill>
                <a:latin typeface="DejaVu Sans Mono"/>
                <a:ea typeface="DejaVu Sans Mono"/>
                <a:cs typeface="DejaVu Sans Mono"/>
              </a:defRPr>
            </a:defPPr>
            <a:lvl1pPr>
              <a:defRPr sz="2400" b="0">
                <a:solidFill>
                  <a:srgbClr val="FFFFFF"/>
                </a:solidFill>
                <a:latin typeface="DejaVu Sans Mono"/>
                <a:ea typeface="DejaVu Sans Mono"/>
                <a:cs typeface="DejaVu Sans Mono"/>
              </a:defRPr>
            </a:lvl1pPr>
            <a:lvl2pPr>
              <a:defRPr sz="2400" b="0">
                <a:solidFill>
                  <a:srgbClr val="FFFFFF"/>
                </a:solidFill>
                <a:latin typeface="DejaVu Sans Mono"/>
                <a:ea typeface="DejaVu Sans Mono"/>
                <a:cs typeface="DejaVu Sans Mono"/>
              </a:defRPr>
            </a:lvl2pPr>
            <a:lvl3pPr>
              <a:defRPr sz="2400" b="0">
                <a:solidFill>
                  <a:srgbClr val="FFFFFF"/>
                </a:solidFill>
                <a:latin typeface="DejaVu Sans Mono"/>
                <a:ea typeface="DejaVu Sans Mono"/>
                <a:cs typeface="DejaVu Sans Mono"/>
              </a:defRPr>
            </a:lvl3pPr>
            <a:lvl4pPr>
              <a:defRPr sz="2400" b="0">
                <a:solidFill>
                  <a:srgbClr val="FFFFFF"/>
                </a:solidFill>
                <a:latin typeface="DejaVu Sans Mono"/>
                <a:ea typeface="DejaVu Sans Mono"/>
                <a:cs typeface="DejaVu Sans Mono"/>
              </a:defRPr>
            </a:lvl4pPr>
            <a:lvl5pPr>
              <a:defRPr sz="2400" b="0">
                <a:solidFill>
                  <a:srgbClr val="FFFFFF"/>
                </a:solidFill>
                <a:latin typeface="DejaVu Sans Mono"/>
                <a:ea typeface="DejaVu Sans Mono"/>
                <a:cs typeface="DejaVu Sans Mono"/>
              </a:defRPr>
            </a:lvl5pPr>
            <a:lvl6pPr>
              <a:defRPr sz="2400" b="0">
                <a:solidFill>
                  <a:srgbClr val="FFFFFF"/>
                </a:solidFill>
                <a:latin typeface="DejaVu Sans Mono"/>
                <a:ea typeface="DejaVu Sans Mono"/>
                <a:cs typeface="DejaVu Sans Mono"/>
              </a:defRPr>
            </a:lvl6pPr>
            <a:lvl7pPr>
              <a:defRPr sz="2400" b="0">
                <a:solidFill>
                  <a:srgbClr val="FFFFFF"/>
                </a:solidFill>
                <a:latin typeface="DejaVu Sans Mono"/>
                <a:ea typeface="DejaVu Sans Mono"/>
                <a:cs typeface="DejaVu Sans Mono"/>
              </a:defRPr>
            </a:lvl7pPr>
            <a:lvl8pPr>
              <a:defRPr sz="2400" b="0">
                <a:solidFill>
                  <a:srgbClr val="FFFFFF"/>
                </a:solidFill>
                <a:latin typeface="DejaVu Sans Mono"/>
                <a:ea typeface="DejaVu Sans Mono"/>
                <a:cs typeface="DejaVu Sans Mono"/>
              </a:defRPr>
            </a:lvl8pPr>
            <a:lvl9pPr>
              <a:defRPr sz="2400" b="0">
                <a:solidFill>
                  <a:srgbClr val="FFFFFF"/>
                </a:solidFill>
                <a:latin typeface="DejaVu Sans Mono"/>
                <a:ea typeface="DejaVu Sans Mono"/>
                <a:cs typeface="DejaVu Sans Mono"/>
              </a:defRPr>
            </a:lvl9pPr>
          </a:lstStyle>
          <a:p>
            <a:pPr>
              <a:defRPr sz="2400" b="0">
                <a:solidFill>
                  <a:srgbClr val="FFFFFF"/>
                </a:solidFill>
                <a:latin typeface="DejaVu Sans Mono"/>
                <a:ea typeface="DejaVu Sans Mono"/>
                <a:cs typeface="DejaVu Sans Mono"/>
              </a:defRPr>
            </a:pPr>
            <a:r>
              <a:rPr sz="2400" b="0">
                <a:solidFill>
                  <a:srgbClr val="FFFFFF"/>
                </a:solidFill>
                <a:latin typeface="DejaVu Sans Mono"/>
                <a:ea typeface="DejaVu Sans Mono"/>
                <a:cs typeface="DejaVu Sans Mono"/>
              </a:rPr>
              <a:t>score_text = input("Diem: ")</a:t>
            </a:r>
            <a:endParaRPr/>
          </a:p>
        </p:txBody>
      </p:sp>
      <p:sp>
        <p:nvSpPr>
          <p:cNvPr id="980856465" name="text-109"/>
          <p:cNvSpPr>
            <a:spLocks noGrp="1"/>
          </p:cNvSpPr>
          <p:nvPr/>
        </p:nvSpPr>
        <p:spPr bwMode="auto">
          <a:xfrm>
            <a:off x="895350" y="4352925"/>
            <a:ext cx="10363200" cy="523875"/>
          </a:xfrm>
          <a:prstGeom prst="rect">
            <a:avLst/>
          </a:prstGeom>
          <a:noFill/>
          <a:ln w="0">
            <a:noFill/>
            <a:prstDash val="solid"/>
          </a:ln>
        </p:spPr>
        <p:txBody>
          <a:bodyPr wrap="square" lIns="0" tIns="0" rIns="0" bIns="0">
            <a:noAutofit/>
          </a:bodyPr>
          <a:lstStyle>
            <a:defPPr>
              <a:defRPr sz="2400" b="0">
                <a:solidFill>
                  <a:srgbClr val="FFFFFF"/>
                </a:solidFill>
                <a:latin typeface="DejaVu Sans Mono"/>
                <a:ea typeface="DejaVu Sans Mono"/>
                <a:cs typeface="DejaVu Sans Mono"/>
              </a:defRPr>
            </a:defPPr>
            <a:lvl1pPr>
              <a:defRPr sz="2400" b="0">
                <a:solidFill>
                  <a:srgbClr val="FFFFFF"/>
                </a:solidFill>
                <a:latin typeface="DejaVu Sans Mono"/>
                <a:ea typeface="DejaVu Sans Mono"/>
                <a:cs typeface="DejaVu Sans Mono"/>
              </a:defRPr>
            </a:lvl1pPr>
            <a:lvl2pPr>
              <a:defRPr sz="2400" b="0">
                <a:solidFill>
                  <a:srgbClr val="FFFFFF"/>
                </a:solidFill>
                <a:latin typeface="DejaVu Sans Mono"/>
                <a:ea typeface="DejaVu Sans Mono"/>
                <a:cs typeface="DejaVu Sans Mono"/>
              </a:defRPr>
            </a:lvl2pPr>
            <a:lvl3pPr>
              <a:defRPr sz="2400" b="0">
                <a:solidFill>
                  <a:srgbClr val="FFFFFF"/>
                </a:solidFill>
                <a:latin typeface="DejaVu Sans Mono"/>
                <a:ea typeface="DejaVu Sans Mono"/>
                <a:cs typeface="DejaVu Sans Mono"/>
              </a:defRPr>
            </a:lvl3pPr>
            <a:lvl4pPr>
              <a:defRPr sz="2400" b="0">
                <a:solidFill>
                  <a:srgbClr val="FFFFFF"/>
                </a:solidFill>
                <a:latin typeface="DejaVu Sans Mono"/>
                <a:ea typeface="DejaVu Sans Mono"/>
                <a:cs typeface="DejaVu Sans Mono"/>
              </a:defRPr>
            </a:lvl4pPr>
            <a:lvl5pPr>
              <a:defRPr sz="2400" b="0">
                <a:solidFill>
                  <a:srgbClr val="FFFFFF"/>
                </a:solidFill>
                <a:latin typeface="DejaVu Sans Mono"/>
                <a:ea typeface="DejaVu Sans Mono"/>
                <a:cs typeface="DejaVu Sans Mono"/>
              </a:defRPr>
            </a:lvl5pPr>
            <a:lvl6pPr>
              <a:defRPr sz="2400" b="0">
                <a:solidFill>
                  <a:srgbClr val="FFFFFF"/>
                </a:solidFill>
                <a:latin typeface="DejaVu Sans Mono"/>
                <a:ea typeface="DejaVu Sans Mono"/>
                <a:cs typeface="DejaVu Sans Mono"/>
              </a:defRPr>
            </a:lvl6pPr>
            <a:lvl7pPr>
              <a:defRPr sz="2400" b="0">
                <a:solidFill>
                  <a:srgbClr val="FFFFFF"/>
                </a:solidFill>
                <a:latin typeface="DejaVu Sans Mono"/>
                <a:ea typeface="DejaVu Sans Mono"/>
                <a:cs typeface="DejaVu Sans Mono"/>
              </a:defRPr>
            </a:lvl7pPr>
            <a:lvl8pPr>
              <a:defRPr sz="2400" b="0">
                <a:solidFill>
                  <a:srgbClr val="FFFFFF"/>
                </a:solidFill>
                <a:latin typeface="DejaVu Sans Mono"/>
                <a:ea typeface="DejaVu Sans Mono"/>
                <a:cs typeface="DejaVu Sans Mono"/>
              </a:defRPr>
            </a:lvl8pPr>
            <a:lvl9pPr>
              <a:defRPr sz="2400" b="0">
                <a:solidFill>
                  <a:srgbClr val="FFFFFF"/>
                </a:solidFill>
                <a:latin typeface="DejaVu Sans Mono"/>
                <a:ea typeface="DejaVu Sans Mono"/>
                <a:cs typeface="DejaVu Sans Mono"/>
              </a:defRPr>
            </a:lvl9pPr>
          </a:lstStyle>
          <a:p>
            <a:pPr>
              <a:defRPr sz="2400" b="0">
                <a:solidFill>
                  <a:srgbClr val="FFFFFF"/>
                </a:solidFill>
                <a:latin typeface="DejaVu Sans Mono"/>
                <a:ea typeface="DejaVu Sans Mono"/>
                <a:cs typeface="DejaVu Sans Mono"/>
              </a:defRPr>
            </a:pPr>
            <a:r>
              <a:rPr sz="2400" b="0">
                <a:solidFill>
                  <a:srgbClr val="FFFFFF"/>
                </a:solidFill>
                <a:latin typeface="DejaVu Sans Mono"/>
                <a:ea typeface="DejaVu Sans Mono"/>
                <a:cs typeface="DejaVu Sans Mono"/>
              </a:rPr>
              <a:t>score = float(score_text)</a:t>
            </a:r>
            <a:endParaRPr/>
          </a:p>
        </p:txBody>
      </p:sp>
      <p:sp>
        <p:nvSpPr>
          <p:cNvPr id="387523252" name="text-110"/>
          <p:cNvSpPr>
            <a:spLocks noGrp="1"/>
          </p:cNvSpPr>
          <p:nvPr/>
        </p:nvSpPr>
        <p:spPr bwMode="auto">
          <a:xfrm>
            <a:off x="895350" y="4876800"/>
            <a:ext cx="10363200" cy="523875"/>
          </a:xfrm>
          <a:prstGeom prst="rect">
            <a:avLst/>
          </a:prstGeom>
          <a:noFill/>
          <a:ln w="0">
            <a:noFill/>
            <a:prstDash val="solid"/>
          </a:ln>
        </p:spPr>
        <p:txBody>
          <a:bodyPr wrap="square" lIns="0" tIns="0" rIns="0" bIns="0">
            <a:noAutofit/>
          </a:bodyPr>
          <a:lstStyle>
            <a:defPPr>
              <a:defRPr sz="2400" b="0">
                <a:solidFill>
                  <a:srgbClr val="FFFFFF"/>
                </a:solidFill>
                <a:latin typeface="DejaVu Sans Mono"/>
                <a:ea typeface="DejaVu Sans Mono"/>
                <a:cs typeface="DejaVu Sans Mono"/>
              </a:defRPr>
            </a:defPPr>
            <a:lvl1pPr>
              <a:defRPr sz="2400" b="0">
                <a:solidFill>
                  <a:srgbClr val="FFFFFF"/>
                </a:solidFill>
                <a:latin typeface="DejaVu Sans Mono"/>
                <a:ea typeface="DejaVu Sans Mono"/>
                <a:cs typeface="DejaVu Sans Mono"/>
              </a:defRPr>
            </a:lvl1pPr>
            <a:lvl2pPr>
              <a:defRPr sz="2400" b="0">
                <a:solidFill>
                  <a:srgbClr val="FFFFFF"/>
                </a:solidFill>
                <a:latin typeface="DejaVu Sans Mono"/>
                <a:ea typeface="DejaVu Sans Mono"/>
                <a:cs typeface="DejaVu Sans Mono"/>
              </a:defRPr>
            </a:lvl2pPr>
            <a:lvl3pPr>
              <a:defRPr sz="2400" b="0">
                <a:solidFill>
                  <a:srgbClr val="FFFFFF"/>
                </a:solidFill>
                <a:latin typeface="DejaVu Sans Mono"/>
                <a:ea typeface="DejaVu Sans Mono"/>
                <a:cs typeface="DejaVu Sans Mono"/>
              </a:defRPr>
            </a:lvl3pPr>
            <a:lvl4pPr>
              <a:defRPr sz="2400" b="0">
                <a:solidFill>
                  <a:srgbClr val="FFFFFF"/>
                </a:solidFill>
                <a:latin typeface="DejaVu Sans Mono"/>
                <a:ea typeface="DejaVu Sans Mono"/>
                <a:cs typeface="DejaVu Sans Mono"/>
              </a:defRPr>
            </a:lvl4pPr>
            <a:lvl5pPr>
              <a:defRPr sz="2400" b="0">
                <a:solidFill>
                  <a:srgbClr val="FFFFFF"/>
                </a:solidFill>
                <a:latin typeface="DejaVu Sans Mono"/>
                <a:ea typeface="DejaVu Sans Mono"/>
                <a:cs typeface="DejaVu Sans Mono"/>
              </a:defRPr>
            </a:lvl5pPr>
            <a:lvl6pPr>
              <a:defRPr sz="2400" b="0">
                <a:solidFill>
                  <a:srgbClr val="FFFFFF"/>
                </a:solidFill>
                <a:latin typeface="DejaVu Sans Mono"/>
                <a:ea typeface="DejaVu Sans Mono"/>
                <a:cs typeface="DejaVu Sans Mono"/>
              </a:defRPr>
            </a:lvl6pPr>
            <a:lvl7pPr>
              <a:defRPr sz="2400" b="0">
                <a:solidFill>
                  <a:srgbClr val="FFFFFF"/>
                </a:solidFill>
                <a:latin typeface="DejaVu Sans Mono"/>
                <a:ea typeface="DejaVu Sans Mono"/>
                <a:cs typeface="DejaVu Sans Mono"/>
              </a:defRPr>
            </a:lvl7pPr>
            <a:lvl8pPr>
              <a:defRPr sz="2400" b="0">
                <a:solidFill>
                  <a:srgbClr val="FFFFFF"/>
                </a:solidFill>
                <a:latin typeface="DejaVu Sans Mono"/>
                <a:ea typeface="DejaVu Sans Mono"/>
                <a:cs typeface="DejaVu Sans Mono"/>
              </a:defRPr>
            </a:lvl8pPr>
            <a:lvl9pPr>
              <a:defRPr sz="2400" b="0">
                <a:solidFill>
                  <a:srgbClr val="FFFFFF"/>
                </a:solidFill>
                <a:latin typeface="DejaVu Sans Mono"/>
                <a:ea typeface="DejaVu Sans Mono"/>
                <a:cs typeface="DejaVu Sans Mono"/>
              </a:defRPr>
            </a:lvl9pPr>
          </a:lstStyle>
          <a:p>
            <a:pPr>
              <a:defRPr sz="2400" b="0">
                <a:solidFill>
                  <a:srgbClr val="FFFFFF"/>
                </a:solidFill>
                <a:latin typeface="DejaVu Sans Mono"/>
                <a:ea typeface="DejaVu Sans Mono"/>
                <a:cs typeface="DejaVu Sans Mono"/>
              </a:defRPr>
            </a:pPr>
            <a:r>
              <a:rPr sz="2400" b="0">
                <a:solidFill>
                  <a:srgbClr val="FFFFFF"/>
                </a:solidFill>
                <a:latin typeface="DejaVu Sans Mono"/>
                <a:ea typeface="DejaVu Sans Mono"/>
                <a:cs typeface="DejaVu Sans Mono"/>
              </a:rPr>
              <a:t>print(score + 1)</a:t>
            </a:r>
            <a:endParaRPr/>
          </a:p>
        </p:txBody>
      </p:sp>
      <p:sp>
        <p:nvSpPr>
          <p:cNvPr id="406658453" name="text-111"/>
          <p:cNvSpPr>
            <a:spLocks noGrp="1"/>
          </p:cNvSpPr>
          <p:nvPr/>
        </p:nvSpPr>
        <p:spPr bwMode="auto">
          <a:xfrm>
            <a:off x="647700" y="5905500"/>
            <a:ext cx="10477500" cy="381000"/>
          </a:xfrm>
          <a:prstGeom prst="rect">
            <a:avLst/>
          </a:prstGeom>
          <a:noFill/>
          <a:ln w="0">
            <a:noFill/>
            <a:prstDash val="solid"/>
          </a:ln>
        </p:spPr>
        <p:txBody>
          <a:bodyPr wrap="square" lIns="0" tIns="0" rIns="0" bIns="0">
            <a:noAutofit/>
          </a:bodyPr>
          <a:lstStyle>
            <a:defPPr>
              <a:defRPr sz="1950" b="0">
                <a:solidFill>
                  <a:srgbClr val="D45B2C"/>
                </a:solidFill>
                <a:latin typeface="DejaVu Sans Mono"/>
                <a:ea typeface="DejaVu Sans Mono"/>
                <a:cs typeface="DejaVu Sans Mono"/>
              </a:defRPr>
            </a:defPPr>
            <a:lvl1pPr>
              <a:defRPr sz="1950" b="0">
                <a:solidFill>
                  <a:srgbClr val="D45B2C"/>
                </a:solidFill>
                <a:latin typeface="DejaVu Sans Mono"/>
                <a:ea typeface="DejaVu Sans Mono"/>
                <a:cs typeface="DejaVu Sans Mono"/>
              </a:defRPr>
            </a:lvl1pPr>
            <a:lvl2pPr>
              <a:defRPr sz="1950" b="0">
                <a:solidFill>
                  <a:srgbClr val="D45B2C"/>
                </a:solidFill>
                <a:latin typeface="DejaVu Sans Mono"/>
                <a:ea typeface="DejaVu Sans Mono"/>
                <a:cs typeface="DejaVu Sans Mono"/>
              </a:defRPr>
            </a:lvl2pPr>
            <a:lvl3pPr>
              <a:defRPr sz="1950" b="0">
                <a:solidFill>
                  <a:srgbClr val="D45B2C"/>
                </a:solidFill>
                <a:latin typeface="DejaVu Sans Mono"/>
                <a:ea typeface="DejaVu Sans Mono"/>
                <a:cs typeface="DejaVu Sans Mono"/>
              </a:defRPr>
            </a:lvl3pPr>
            <a:lvl4pPr>
              <a:defRPr sz="1950" b="0">
                <a:solidFill>
                  <a:srgbClr val="D45B2C"/>
                </a:solidFill>
                <a:latin typeface="DejaVu Sans Mono"/>
                <a:ea typeface="DejaVu Sans Mono"/>
                <a:cs typeface="DejaVu Sans Mono"/>
              </a:defRPr>
            </a:lvl4pPr>
            <a:lvl5pPr>
              <a:defRPr sz="1950" b="0">
                <a:solidFill>
                  <a:srgbClr val="D45B2C"/>
                </a:solidFill>
                <a:latin typeface="DejaVu Sans Mono"/>
                <a:ea typeface="DejaVu Sans Mono"/>
                <a:cs typeface="DejaVu Sans Mono"/>
              </a:defRPr>
            </a:lvl5pPr>
            <a:lvl6pPr>
              <a:defRPr sz="1950" b="0">
                <a:solidFill>
                  <a:srgbClr val="D45B2C"/>
                </a:solidFill>
                <a:latin typeface="DejaVu Sans Mono"/>
                <a:ea typeface="DejaVu Sans Mono"/>
                <a:cs typeface="DejaVu Sans Mono"/>
              </a:defRPr>
            </a:lvl6pPr>
            <a:lvl7pPr>
              <a:defRPr sz="1950" b="0">
                <a:solidFill>
                  <a:srgbClr val="D45B2C"/>
                </a:solidFill>
                <a:latin typeface="DejaVu Sans Mono"/>
                <a:ea typeface="DejaVu Sans Mono"/>
                <a:cs typeface="DejaVu Sans Mono"/>
              </a:defRPr>
            </a:lvl7pPr>
            <a:lvl8pPr>
              <a:defRPr sz="1950" b="0">
                <a:solidFill>
                  <a:srgbClr val="D45B2C"/>
                </a:solidFill>
                <a:latin typeface="DejaVu Sans Mono"/>
                <a:ea typeface="DejaVu Sans Mono"/>
                <a:cs typeface="DejaVu Sans Mono"/>
              </a:defRPr>
            </a:lvl8pPr>
            <a:lvl9pPr>
              <a:defRPr sz="1950" b="0">
                <a:solidFill>
                  <a:srgbClr val="D45B2C"/>
                </a:solidFill>
                <a:latin typeface="DejaVu Sans Mono"/>
                <a:ea typeface="DejaVu Sans Mono"/>
                <a:cs typeface="DejaVu Sans Mono"/>
              </a:defRPr>
            </a:lvl9pPr>
          </a:lstStyle>
          <a:p>
            <a:pPr>
              <a:defRPr sz="1950" b="0">
                <a:solidFill>
                  <a:srgbClr val="D45B2C"/>
                </a:solidFill>
                <a:latin typeface="DejaVu Sans Mono"/>
                <a:ea typeface="DejaVu Sans Mono"/>
                <a:cs typeface="DejaVu Sans Mono"/>
              </a:defRPr>
            </a:pPr>
            <a:r>
              <a:rPr sz="1950" b="0">
                <a:solidFill>
                  <a:srgbClr val="D45B2C"/>
                </a:solidFill>
                <a:latin typeface="DejaVu Sans Mono"/>
                <a:ea typeface="DejaVu Sans Mono"/>
                <a:cs typeface="DejaVu Sans Mono"/>
              </a:rPr>
              <a:t>int("8.5") gây ValueError.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534926844" name="text-112"/>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Kết quả rõ ràng với f-string</a:t>
            </a:r>
            <a:endParaRPr/>
          </a:p>
        </p:txBody>
      </p:sp>
      <p:sp>
        <p:nvSpPr>
          <p:cNvPr id="838623535" name="text-113"/>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16</a:t>
            </a:r>
            <a:endParaRPr/>
          </a:p>
        </p:txBody>
      </p:sp>
      <p:sp>
        <p:nvSpPr>
          <p:cNvPr id="859091807" name="surface-114"/>
          <p:cNvSpPr>
            <a:spLocks noGrp="1"/>
          </p:cNvSpPr>
          <p:nvPr/>
        </p:nvSpPr>
        <p:spPr bwMode="auto">
          <a:xfrm>
            <a:off x="647700" y="1752599"/>
            <a:ext cx="10858500" cy="1981200"/>
          </a:xfrm>
          <a:prstGeom prst="rect">
            <a:avLst/>
          </a:prstGeom>
          <a:solidFill>
            <a:srgbClr val="152B37"/>
          </a:solidFill>
          <a:ln w="0">
            <a:noFill/>
            <a:prstDash val="solid"/>
          </a:ln>
        </p:spPr>
      </p:sp>
      <p:sp>
        <p:nvSpPr>
          <p:cNvPr id="218847683" name="text-115"/>
          <p:cNvSpPr>
            <a:spLocks noGrp="1"/>
          </p:cNvSpPr>
          <p:nvPr/>
        </p:nvSpPr>
        <p:spPr bwMode="auto">
          <a:xfrm>
            <a:off x="895350" y="1943100"/>
            <a:ext cx="10363200" cy="533400"/>
          </a:xfrm>
          <a:prstGeom prst="rect">
            <a:avLst/>
          </a:prstGeom>
          <a:noFill/>
          <a:ln w="0">
            <a:noFill/>
            <a:prstDash val="solid"/>
          </a:ln>
        </p:spPr>
        <p:txBody>
          <a:bodyPr wrap="square" lIns="0" tIns="0" rIns="0" bIns="0">
            <a:noAutofit/>
          </a:bodyPr>
          <a:lstStyle>
            <a:defPPr>
              <a:defRPr sz="2400" b="0">
                <a:solidFill>
                  <a:srgbClr val="FFFFFF"/>
                </a:solidFill>
                <a:latin typeface="DejaVu Sans Mono"/>
                <a:ea typeface="DejaVu Sans Mono"/>
                <a:cs typeface="DejaVu Sans Mono"/>
              </a:defRPr>
            </a:defPPr>
            <a:lvl1pPr>
              <a:defRPr sz="2400" b="0">
                <a:solidFill>
                  <a:srgbClr val="FFFFFF"/>
                </a:solidFill>
                <a:latin typeface="DejaVu Sans Mono"/>
                <a:ea typeface="DejaVu Sans Mono"/>
                <a:cs typeface="DejaVu Sans Mono"/>
              </a:defRPr>
            </a:lvl1pPr>
            <a:lvl2pPr>
              <a:defRPr sz="2400" b="0">
                <a:solidFill>
                  <a:srgbClr val="FFFFFF"/>
                </a:solidFill>
                <a:latin typeface="DejaVu Sans Mono"/>
                <a:ea typeface="DejaVu Sans Mono"/>
                <a:cs typeface="DejaVu Sans Mono"/>
              </a:defRPr>
            </a:lvl2pPr>
            <a:lvl3pPr>
              <a:defRPr sz="2400" b="0">
                <a:solidFill>
                  <a:srgbClr val="FFFFFF"/>
                </a:solidFill>
                <a:latin typeface="DejaVu Sans Mono"/>
                <a:ea typeface="DejaVu Sans Mono"/>
                <a:cs typeface="DejaVu Sans Mono"/>
              </a:defRPr>
            </a:lvl3pPr>
            <a:lvl4pPr>
              <a:defRPr sz="2400" b="0">
                <a:solidFill>
                  <a:srgbClr val="FFFFFF"/>
                </a:solidFill>
                <a:latin typeface="DejaVu Sans Mono"/>
                <a:ea typeface="DejaVu Sans Mono"/>
                <a:cs typeface="DejaVu Sans Mono"/>
              </a:defRPr>
            </a:lvl4pPr>
            <a:lvl5pPr>
              <a:defRPr sz="2400" b="0">
                <a:solidFill>
                  <a:srgbClr val="FFFFFF"/>
                </a:solidFill>
                <a:latin typeface="DejaVu Sans Mono"/>
                <a:ea typeface="DejaVu Sans Mono"/>
                <a:cs typeface="DejaVu Sans Mono"/>
              </a:defRPr>
            </a:lvl5pPr>
            <a:lvl6pPr>
              <a:defRPr sz="2400" b="0">
                <a:solidFill>
                  <a:srgbClr val="FFFFFF"/>
                </a:solidFill>
                <a:latin typeface="DejaVu Sans Mono"/>
                <a:ea typeface="DejaVu Sans Mono"/>
                <a:cs typeface="DejaVu Sans Mono"/>
              </a:defRPr>
            </a:lvl6pPr>
            <a:lvl7pPr>
              <a:defRPr sz="2400" b="0">
                <a:solidFill>
                  <a:srgbClr val="FFFFFF"/>
                </a:solidFill>
                <a:latin typeface="DejaVu Sans Mono"/>
                <a:ea typeface="DejaVu Sans Mono"/>
                <a:cs typeface="DejaVu Sans Mono"/>
              </a:defRPr>
            </a:lvl7pPr>
            <a:lvl8pPr>
              <a:defRPr sz="2400" b="0">
                <a:solidFill>
                  <a:srgbClr val="FFFFFF"/>
                </a:solidFill>
                <a:latin typeface="DejaVu Sans Mono"/>
                <a:ea typeface="DejaVu Sans Mono"/>
                <a:cs typeface="DejaVu Sans Mono"/>
              </a:defRPr>
            </a:lvl8pPr>
            <a:lvl9pPr>
              <a:defRPr sz="2400" b="0">
                <a:solidFill>
                  <a:srgbClr val="FFFFFF"/>
                </a:solidFill>
                <a:latin typeface="DejaVu Sans Mono"/>
                <a:ea typeface="DejaVu Sans Mono"/>
                <a:cs typeface="DejaVu Sans Mono"/>
              </a:defRPr>
            </a:lvl9pPr>
          </a:lstStyle>
          <a:p>
            <a:pPr>
              <a:defRPr sz="2400" b="0">
                <a:solidFill>
                  <a:srgbClr val="FFFFFF"/>
                </a:solidFill>
                <a:latin typeface="DejaVu Sans Mono"/>
                <a:ea typeface="DejaVu Sans Mono"/>
                <a:cs typeface="DejaVu Sans Mono"/>
              </a:defRPr>
            </a:pPr>
            <a:r>
              <a:rPr sz="2400" b="0">
                <a:solidFill>
                  <a:srgbClr val="FFFFFF"/>
                </a:solidFill>
                <a:latin typeface="DejaVu Sans Mono"/>
                <a:ea typeface="DejaVu Sans Mono"/>
                <a:cs typeface="DejaVu Sans Mono"/>
              </a:rPr>
              <a:t>name = "Lan"</a:t>
            </a:r>
            <a:endParaRPr/>
          </a:p>
        </p:txBody>
      </p:sp>
      <p:sp>
        <p:nvSpPr>
          <p:cNvPr id="116125905" name="text-116"/>
          <p:cNvSpPr>
            <a:spLocks noGrp="1"/>
          </p:cNvSpPr>
          <p:nvPr/>
        </p:nvSpPr>
        <p:spPr bwMode="auto">
          <a:xfrm>
            <a:off x="895350" y="2476500"/>
            <a:ext cx="10363200" cy="533400"/>
          </a:xfrm>
          <a:prstGeom prst="rect">
            <a:avLst/>
          </a:prstGeom>
          <a:noFill/>
          <a:ln w="0">
            <a:noFill/>
            <a:prstDash val="solid"/>
          </a:ln>
        </p:spPr>
        <p:txBody>
          <a:bodyPr wrap="square" lIns="0" tIns="0" rIns="0" bIns="0">
            <a:noAutofit/>
          </a:bodyPr>
          <a:lstStyle>
            <a:defPPr>
              <a:defRPr sz="2400" b="0">
                <a:solidFill>
                  <a:srgbClr val="FFFFFF"/>
                </a:solidFill>
                <a:latin typeface="DejaVu Sans Mono"/>
                <a:ea typeface="DejaVu Sans Mono"/>
                <a:cs typeface="DejaVu Sans Mono"/>
              </a:defRPr>
            </a:defPPr>
            <a:lvl1pPr>
              <a:defRPr sz="2400" b="0">
                <a:solidFill>
                  <a:srgbClr val="FFFFFF"/>
                </a:solidFill>
                <a:latin typeface="DejaVu Sans Mono"/>
                <a:ea typeface="DejaVu Sans Mono"/>
                <a:cs typeface="DejaVu Sans Mono"/>
              </a:defRPr>
            </a:lvl1pPr>
            <a:lvl2pPr>
              <a:defRPr sz="2400" b="0">
                <a:solidFill>
                  <a:srgbClr val="FFFFFF"/>
                </a:solidFill>
                <a:latin typeface="DejaVu Sans Mono"/>
                <a:ea typeface="DejaVu Sans Mono"/>
                <a:cs typeface="DejaVu Sans Mono"/>
              </a:defRPr>
            </a:lvl2pPr>
            <a:lvl3pPr>
              <a:defRPr sz="2400" b="0">
                <a:solidFill>
                  <a:srgbClr val="FFFFFF"/>
                </a:solidFill>
                <a:latin typeface="DejaVu Sans Mono"/>
                <a:ea typeface="DejaVu Sans Mono"/>
                <a:cs typeface="DejaVu Sans Mono"/>
              </a:defRPr>
            </a:lvl3pPr>
            <a:lvl4pPr>
              <a:defRPr sz="2400" b="0">
                <a:solidFill>
                  <a:srgbClr val="FFFFFF"/>
                </a:solidFill>
                <a:latin typeface="DejaVu Sans Mono"/>
                <a:ea typeface="DejaVu Sans Mono"/>
                <a:cs typeface="DejaVu Sans Mono"/>
              </a:defRPr>
            </a:lvl4pPr>
            <a:lvl5pPr>
              <a:defRPr sz="2400" b="0">
                <a:solidFill>
                  <a:srgbClr val="FFFFFF"/>
                </a:solidFill>
                <a:latin typeface="DejaVu Sans Mono"/>
                <a:ea typeface="DejaVu Sans Mono"/>
                <a:cs typeface="DejaVu Sans Mono"/>
              </a:defRPr>
            </a:lvl5pPr>
            <a:lvl6pPr>
              <a:defRPr sz="2400" b="0">
                <a:solidFill>
                  <a:srgbClr val="FFFFFF"/>
                </a:solidFill>
                <a:latin typeface="DejaVu Sans Mono"/>
                <a:ea typeface="DejaVu Sans Mono"/>
                <a:cs typeface="DejaVu Sans Mono"/>
              </a:defRPr>
            </a:lvl6pPr>
            <a:lvl7pPr>
              <a:defRPr sz="2400" b="0">
                <a:solidFill>
                  <a:srgbClr val="FFFFFF"/>
                </a:solidFill>
                <a:latin typeface="DejaVu Sans Mono"/>
                <a:ea typeface="DejaVu Sans Mono"/>
                <a:cs typeface="DejaVu Sans Mono"/>
              </a:defRPr>
            </a:lvl7pPr>
            <a:lvl8pPr>
              <a:defRPr sz="2400" b="0">
                <a:solidFill>
                  <a:srgbClr val="FFFFFF"/>
                </a:solidFill>
                <a:latin typeface="DejaVu Sans Mono"/>
                <a:ea typeface="DejaVu Sans Mono"/>
                <a:cs typeface="DejaVu Sans Mono"/>
              </a:defRPr>
            </a:lvl8pPr>
            <a:lvl9pPr>
              <a:defRPr sz="2400" b="0">
                <a:solidFill>
                  <a:srgbClr val="FFFFFF"/>
                </a:solidFill>
                <a:latin typeface="DejaVu Sans Mono"/>
                <a:ea typeface="DejaVu Sans Mono"/>
                <a:cs typeface="DejaVu Sans Mono"/>
              </a:defRPr>
            </a:lvl9pPr>
          </a:lstStyle>
          <a:p>
            <a:pPr>
              <a:defRPr sz="2400" b="0">
                <a:solidFill>
                  <a:srgbClr val="FFFFFF"/>
                </a:solidFill>
                <a:latin typeface="DejaVu Sans Mono"/>
                <a:ea typeface="DejaVu Sans Mono"/>
                <a:cs typeface="DejaVu Sans Mono"/>
              </a:defRPr>
            </a:pPr>
            <a:r>
              <a:rPr sz="2400" b="0">
                <a:solidFill>
                  <a:srgbClr val="FFFFFF"/>
                </a:solidFill>
                <a:latin typeface="DejaVu Sans Mono"/>
                <a:ea typeface="DejaVu Sans Mono"/>
                <a:cs typeface="DejaVu Sans Mono"/>
              </a:rPr>
              <a:t>average = 8.256</a:t>
            </a:r>
            <a:endParaRPr/>
          </a:p>
        </p:txBody>
      </p:sp>
      <p:sp>
        <p:nvSpPr>
          <p:cNvPr id="2035273881" name="text-117"/>
          <p:cNvSpPr>
            <a:spLocks noGrp="1"/>
          </p:cNvSpPr>
          <p:nvPr/>
        </p:nvSpPr>
        <p:spPr bwMode="auto">
          <a:xfrm>
            <a:off x="895350" y="3009900"/>
            <a:ext cx="10363200" cy="533400"/>
          </a:xfrm>
          <a:prstGeom prst="rect">
            <a:avLst/>
          </a:prstGeom>
          <a:noFill/>
          <a:ln w="0">
            <a:noFill/>
            <a:prstDash val="solid"/>
          </a:ln>
        </p:spPr>
        <p:txBody>
          <a:bodyPr wrap="square" lIns="0" tIns="0" rIns="0" bIns="0">
            <a:noAutofit/>
          </a:bodyPr>
          <a:lstStyle>
            <a:defPPr>
              <a:defRPr sz="2400" b="0">
                <a:solidFill>
                  <a:srgbClr val="FFFFFF"/>
                </a:solidFill>
                <a:latin typeface="DejaVu Sans Mono"/>
                <a:ea typeface="DejaVu Sans Mono"/>
                <a:cs typeface="DejaVu Sans Mono"/>
              </a:defRPr>
            </a:defPPr>
            <a:lvl1pPr>
              <a:defRPr sz="2400" b="0">
                <a:solidFill>
                  <a:srgbClr val="FFFFFF"/>
                </a:solidFill>
                <a:latin typeface="DejaVu Sans Mono"/>
                <a:ea typeface="DejaVu Sans Mono"/>
                <a:cs typeface="DejaVu Sans Mono"/>
              </a:defRPr>
            </a:lvl1pPr>
            <a:lvl2pPr>
              <a:defRPr sz="2400" b="0">
                <a:solidFill>
                  <a:srgbClr val="FFFFFF"/>
                </a:solidFill>
                <a:latin typeface="DejaVu Sans Mono"/>
                <a:ea typeface="DejaVu Sans Mono"/>
                <a:cs typeface="DejaVu Sans Mono"/>
              </a:defRPr>
            </a:lvl2pPr>
            <a:lvl3pPr>
              <a:defRPr sz="2400" b="0">
                <a:solidFill>
                  <a:srgbClr val="FFFFFF"/>
                </a:solidFill>
                <a:latin typeface="DejaVu Sans Mono"/>
                <a:ea typeface="DejaVu Sans Mono"/>
                <a:cs typeface="DejaVu Sans Mono"/>
              </a:defRPr>
            </a:lvl3pPr>
            <a:lvl4pPr>
              <a:defRPr sz="2400" b="0">
                <a:solidFill>
                  <a:srgbClr val="FFFFFF"/>
                </a:solidFill>
                <a:latin typeface="DejaVu Sans Mono"/>
                <a:ea typeface="DejaVu Sans Mono"/>
                <a:cs typeface="DejaVu Sans Mono"/>
              </a:defRPr>
            </a:lvl4pPr>
            <a:lvl5pPr>
              <a:defRPr sz="2400" b="0">
                <a:solidFill>
                  <a:srgbClr val="FFFFFF"/>
                </a:solidFill>
                <a:latin typeface="DejaVu Sans Mono"/>
                <a:ea typeface="DejaVu Sans Mono"/>
                <a:cs typeface="DejaVu Sans Mono"/>
              </a:defRPr>
            </a:lvl5pPr>
            <a:lvl6pPr>
              <a:defRPr sz="2400" b="0">
                <a:solidFill>
                  <a:srgbClr val="FFFFFF"/>
                </a:solidFill>
                <a:latin typeface="DejaVu Sans Mono"/>
                <a:ea typeface="DejaVu Sans Mono"/>
                <a:cs typeface="DejaVu Sans Mono"/>
              </a:defRPr>
            </a:lvl6pPr>
            <a:lvl7pPr>
              <a:defRPr sz="2400" b="0">
                <a:solidFill>
                  <a:srgbClr val="FFFFFF"/>
                </a:solidFill>
                <a:latin typeface="DejaVu Sans Mono"/>
                <a:ea typeface="DejaVu Sans Mono"/>
                <a:cs typeface="DejaVu Sans Mono"/>
              </a:defRPr>
            </a:lvl7pPr>
            <a:lvl8pPr>
              <a:defRPr sz="2400" b="0">
                <a:solidFill>
                  <a:srgbClr val="FFFFFF"/>
                </a:solidFill>
                <a:latin typeface="DejaVu Sans Mono"/>
                <a:ea typeface="DejaVu Sans Mono"/>
                <a:cs typeface="DejaVu Sans Mono"/>
              </a:defRPr>
            </a:lvl8pPr>
            <a:lvl9pPr>
              <a:defRPr sz="2400" b="0">
                <a:solidFill>
                  <a:srgbClr val="FFFFFF"/>
                </a:solidFill>
                <a:latin typeface="DejaVu Sans Mono"/>
                <a:ea typeface="DejaVu Sans Mono"/>
                <a:cs typeface="DejaVu Sans Mono"/>
              </a:defRPr>
            </a:lvl9pPr>
          </a:lstStyle>
          <a:p>
            <a:pPr>
              <a:defRPr sz="2400" b="0">
                <a:solidFill>
                  <a:srgbClr val="FFFFFF"/>
                </a:solidFill>
                <a:latin typeface="DejaVu Sans Mono"/>
                <a:ea typeface="DejaVu Sans Mono"/>
                <a:cs typeface="DejaVu Sans Mono"/>
              </a:defRPr>
            </a:pPr>
            <a:r>
              <a:rPr sz="2400" b="0">
                <a:solidFill>
                  <a:srgbClr val="FFFFFF"/>
                </a:solidFill>
                <a:latin typeface="DejaVu Sans Mono"/>
                <a:ea typeface="DejaVu Sans Mono"/>
                <a:cs typeface="DejaVu Sans Mono"/>
              </a:rPr>
              <a:t>print(f"{name}: {average:.2f}")</a:t>
            </a:r>
            <a:endParaRPr/>
          </a:p>
        </p:txBody>
      </p:sp>
      <p:sp>
        <p:nvSpPr>
          <p:cNvPr id="690879710" name="text-118"/>
          <p:cNvSpPr>
            <a:spLocks noGrp="1"/>
          </p:cNvSpPr>
          <p:nvPr/>
        </p:nvSpPr>
        <p:spPr bwMode="auto">
          <a:xfrm>
            <a:off x="647700" y="4457700"/>
            <a:ext cx="10572750" cy="809625"/>
          </a:xfrm>
          <a:prstGeom prst="rect">
            <a:avLst/>
          </a:prstGeom>
          <a:noFill/>
          <a:ln w="0">
            <a:noFill/>
            <a:prstDash val="solid"/>
          </a:ln>
        </p:spPr>
        <p:txBody>
          <a:bodyPr wrap="square" lIns="0" tIns="0" rIns="0" bIns="0">
            <a:noAutofit/>
          </a:bodyPr>
          <a:lstStyle>
            <a:defPPr>
              <a:defRPr sz="4350" b="1">
                <a:solidFill>
                  <a:srgbClr val="306998"/>
                </a:solidFill>
                <a:latin typeface="DejaVu Sans Mono"/>
                <a:ea typeface="DejaVu Sans Mono"/>
                <a:cs typeface="DejaVu Sans Mono"/>
              </a:defRPr>
            </a:defPPr>
            <a:lvl1pPr>
              <a:defRPr sz="4350" b="1">
                <a:solidFill>
                  <a:srgbClr val="306998"/>
                </a:solidFill>
                <a:latin typeface="DejaVu Sans Mono"/>
                <a:ea typeface="DejaVu Sans Mono"/>
                <a:cs typeface="DejaVu Sans Mono"/>
              </a:defRPr>
            </a:lvl1pPr>
            <a:lvl2pPr>
              <a:defRPr sz="4350" b="1">
                <a:solidFill>
                  <a:srgbClr val="306998"/>
                </a:solidFill>
                <a:latin typeface="DejaVu Sans Mono"/>
                <a:ea typeface="DejaVu Sans Mono"/>
                <a:cs typeface="DejaVu Sans Mono"/>
              </a:defRPr>
            </a:lvl2pPr>
            <a:lvl3pPr>
              <a:defRPr sz="4350" b="1">
                <a:solidFill>
                  <a:srgbClr val="306998"/>
                </a:solidFill>
                <a:latin typeface="DejaVu Sans Mono"/>
                <a:ea typeface="DejaVu Sans Mono"/>
                <a:cs typeface="DejaVu Sans Mono"/>
              </a:defRPr>
            </a:lvl3pPr>
            <a:lvl4pPr>
              <a:defRPr sz="4350" b="1">
                <a:solidFill>
                  <a:srgbClr val="306998"/>
                </a:solidFill>
                <a:latin typeface="DejaVu Sans Mono"/>
                <a:ea typeface="DejaVu Sans Mono"/>
                <a:cs typeface="DejaVu Sans Mono"/>
              </a:defRPr>
            </a:lvl4pPr>
            <a:lvl5pPr>
              <a:defRPr sz="4350" b="1">
                <a:solidFill>
                  <a:srgbClr val="306998"/>
                </a:solidFill>
                <a:latin typeface="DejaVu Sans Mono"/>
                <a:ea typeface="DejaVu Sans Mono"/>
                <a:cs typeface="DejaVu Sans Mono"/>
              </a:defRPr>
            </a:lvl5pPr>
            <a:lvl6pPr>
              <a:defRPr sz="4350" b="1">
                <a:solidFill>
                  <a:srgbClr val="306998"/>
                </a:solidFill>
                <a:latin typeface="DejaVu Sans Mono"/>
                <a:ea typeface="DejaVu Sans Mono"/>
                <a:cs typeface="DejaVu Sans Mono"/>
              </a:defRPr>
            </a:lvl6pPr>
            <a:lvl7pPr>
              <a:defRPr sz="4350" b="1">
                <a:solidFill>
                  <a:srgbClr val="306998"/>
                </a:solidFill>
                <a:latin typeface="DejaVu Sans Mono"/>
                <a:ea typeface="DejaVu Sans Mono"/>
                <a:cs typeface="DejaVu Sans Mono"/>
              </a:defRPr>
            </a:lvl7pPr>
            <a:lvl8pPr>
              <a:defRPr sz="4350" b="1">
                <a:solidFill>
                  <a:srgbClr val="306998"/>
                </a:solidFill>
                <a:latin typeface="DejaVu Sans Mono"/>
                <a:ea typeface="DejaVu Sans Mono"/>
                <a:cs typeface="DejaVu Sans Mono"/>
              </a:defRPr>
            </a:lvl8pPr>
            <a:lvl9pPr>
              <a:defRPr sz="4350" b="1">
                <a:solidFill>
                  <a:srgbClr val="306998"/>
                </a:solidFill>
                <a:latin typeface="DejaVu Sans Mono"/>
                <a:ea typeface="DejaVu Sans Mono"/>
                <a:cs typeface="DejaVu Sans Mono"/>
              </a:defRPr>
            </a:lvl9pPr>
          </a:lstStyle>
          <a:p>
            <a:pPr>
              <a:defRPr sz="4350" b="1">
                <a:solidFill>
                  <a:srgbClr val="306998"/>
                </a:solidFill>
                <a:latin typeface="DejaVu Sans Mono"/>
                <a:ea typeface="DejaVu Sans Mono"/>
                <a:cs typeface="DejaVu Sans Mono"/>
              </a:defRPr>
            </a:pPr>
            <a:r>
              <a:rPr sz="4350" b="1">
                <a:solidFill>
                  <a:srgbClr val="306998"/>
                </a:solidFill>
                <a:latin typeface="DejaVu Sans Mono"/>
                <a:ea typeface="DejaVu Sans Mono"/>
                <a:cs typeface="DejaVu Sans Mono"/>
              </a:rPr>
              <a:t>Lan: 8.26</a:t>
            </a:r>
            <a:endParaRPr/>
          </a:p>
        </p:txBody>
      </p:sp>
      <p:sp>
        <p:nvSpPr>
          <p:cNvPr id="1933289897" name="text-119"/>
          <p:cNvSpPr>
            <a:spLocks noGrp="1"/>
          </p:cNvSpPr>
          <p:nvPr/>
        </p:nvSpPr>
        <p:spPr bwMode="auto">
          <a:xfrm>
            <a:off x="647700" y="5705475"/>
            <a:ext cx="10858500" cy="428625"/>
          </a:xfrm>
          <a:prstGeom prst="rect">
            <a:avLst/>
          </a:prstGeom>
          <a:noFill/>
          <a:ln w="0">
            <a:noFill/>
            <a:prstDash val="solid"/>
          </a:ln>
        </p:spPr>
        <p:txBody>
          <a:bodyPr wrap="square" lIns="0" tIns="0" rIns="0" bIns="0">
            <a:noAutofit/>
          </a:bodyPr>
          <a:lstStyle>
            <a:defPPr>
              <a:defRPr sz="2050" b="0">
                <a:solidFill>
                  <a:srgbClr val="52616A"/>
                </a:solidFill>
                <a:latin typeface="DejaVu Sans"/>
                <a:ea typeface="DejaVu Sans"/>
                <a:cs typeface="DejaVu Sans"/>
              </a:defRPr>
            </a:defPPr>
            <a:lvl1pPr>
              <a:defRPr sz="2050" b="0">
                <a:solidFill>
                  <a:srgbClr val="52616A"/>
                </a:solidFill>
                <a:latin typeface="DejaVu Sans"/>
                <a:ea typeface="DejaVu Sans"/>
                <a:cs typeface="DejaVu Sans"/>
              </a:defRPr>
            </a:lvl1pPr>
            <a:lvl2pPr>
              <a:defRPr sz="2050" b="0">
                <a:solidFill>
                  <a:srgbClr val="52616A"/>
                </a:solidFill>
                <a:latin typeface="DejaVu Sans"/>
                <a:ea typeface="DejaVu Sans"/>
                <a:cs typeface="DejaVu Sans"/>
              </a:defRPr>
            </a:lvl2pPr>
            <a:lvl3pPr>
              <a:defRPr sz="2050" b="0">
                <a:solidFill>
                  <a:srgbClr val="52616A"/>
                </a:solidFill>
                <a:latin typeface="DejaVu Sans"/>
                <a:ea typeface="DejaVu Sans"/>
                <a:cs typeface="DejaVu Sans"/>
              </a:defRPr>
            </a:lvl3pPr>
            <a:lvl4pPr>
              <a:defRPr sz="2050" b="0">
                <a:solidFill>
                  <a:srgbClr val="52616A"/>
                </a:solidFill>
                <a:latin typeface="DejaVu Sans"/>
                <a:ea typeface="DejaVu Sans"/>
                <a:cs typeface="DejaVu Sans"/>
              </a:defRPr>
            </a:lvl4pPr>
            <a:lvl5pPr>
              <a:defRPr sz="2050" b="0">
                <a:solidFill>
                  <a:srgbClr val="52616A"/>
                </a:solidFill>
                <a:latin typeface="DejaVu Sans"/>
                <a:ea typeface="DejaVu Sans"/>
                <a:cs typeface="DejaVu Sans"/>
              </a:defRPr>
            </a:lvl5pPr>
            <a:lvl6pPr>
              <a:defRPr sz="2050" b="0">
                <a:solidFill>
                  <a:srgbClr val="52616A"/>
                </a:solidFill>
                <a:latin typeface="DejaVu Sans"/>
                <a:ea typeface="DejaVu Sans"/>
                <a:cs typeface="DejaVu Sans"/>
              </a:defRPr>
            </a:lvl6pPr>
            <a:lvl7pPr>
              <a:defRPr sz="2050" b="0">
                <a:solidFill>
                  <a:srgbClr val="52616A"/>
                </a:solidFill>
                <a:latin typeface="DejaVu Sans"/>
                <a:ea typeface="DejaVu Sans"/>
                <a:cs typeface="DejaVu Sans"/>
              </a:defRPr>
            </a:lvl7pPr>
            <a:lvl8pPr>
              <a:defRPr sz="2050" b="0">
                <a:solidFill>
                  <a:srgbClr val="52616A"/>
                </a:solidFill>
                <a:latin typeface="DejaVu Sans"/>
                <a:ea typeface="DejaVu Sans"/>
                <a:cs typeface="DejaVu Sans"/>
              </a:defRPr>
            </a:lvl8pPr>
            <a:lvl9pPr>
              <a:defRPr sz="2050" b="0">
                <a:solidFill>
                  <a:srgbClr val="52616A"/>
                </a:solidFill>
                <a:latin typeface="DejaVu Sans"/>
                <a:ea typeface="DejaVu Sans"/>
                <a:cs typeface="DejaVu Sans"/>
              </a:defRPr>
            </a:lvl9pPr>
          </a:lstStyle>
          <a:p>
            <a:pPr>
              <a:defRPr sz="2050" b="0">
                <a:solidFill>
                  <a:srgbClr val="52616A"/>
                </a:solidFill>
                <a:latin typeface="DejaVu Sans"/>
                <a:ea typeface="DejaVu Sans"/>
                <a:cs typeface="DejaVu Sans"/>
              </a:defRPr>
            </a:pPr>
            <a:r>
              <a:rPr sz="2050" b="0">
                <a:solidFill>
                  <a:srgbClr val="52616A"/>
                </a:solidFill>
                <a:latin typeface="DejaVu Sans"/>
                <a:ea typeface="DejaVu Sans"/>
                <a:cs typeface="DejaVu Sans"/>
              </a:rPr>
              <a:t>{average:.2f} hiển thị hai chữ số thập phân.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52B37"/>
        </a:solidFill>
      </p:bgPr>
    </p:bg>
    <p:spTree>
      <p:nvGrpSpPr>
        <p:cNvPr id="1" name=""/>
        <p:cNvGrpSpPr/>
        <p:nvPr/>
      </p:nvGrpSpPr>
      <p:grpSpPr bwMode="auto">
        <a:xfrm>
          <a:off x="0" y="0"/>
          <a:ext cx="0" cy="0"/>
          <a:chOff x="0" y="0"/>
          <a:chExt cx="0" cy="0"/>
        </a:xfrm>
      </p:grpSpPr>
      <p:sp>
        <p:nvSpPr>
          <p:cNvPr id="1409666517" name="text-120"/>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Live-code: tính điểm trung bình</a:t>
            </a:r>
            <a:endParaRPr/>
          </a:p>
        </p:txBody>
      </p:sp>
      <p:sp>
        <p:nvSpPr>
          <p:cNvPr id="1483655115" name="text-121"/>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B9CDD4"/>
                </a:solidFill>
                <a:latin typeface="DejaVu Sans"/>
                <a:ea typeface="DejaVu Sans"/>
                <a:cs typeface="DejaVu Sans"/>
              </a:defRPr>
            </a:defPPr>
            <a:lvl1pPr>
              <a:defRPr sz="1300" b="0">
                <a:solidFill>
                  <a:srgbClr val="B9CDD4"/>
                </a:solidFill>
                <a:latin typeface="DejaVu Sans"/>
                <a:ea typeface="DejaVu Sans"/>
                <a:cs typeface="DejaVu Sans"/>
              </a:defRPr>
            </a:lvl1pPr>
            <a:lvl2pPr>
              <a:defRPr sz="1300" b="0">
                <a:solidFill>
                  <a:srgbClr val="B9CDD4"/>
                </a:solidFill>
                <a:latin typeface="DejaVu Sans"/>
                <a:ea typeface="DejaVu Sans"/>
                <a:cs typeface="DejaVu Sans"/>
              </a:defRPr>
            </a:lvl2pPr>
            <a:lvl3pPr>
              <a:defRPr sz="1300" b="0">
                <a:solidFill>
                  <a:srgbClr val="B9CDD4"/>
                </a:solidFill>
                <a:latin typeface="DejaVu Sans"/>
                <a:ea typeface="DejaVu Sans"/>
                <a:cs typeface="DejaVu Sans"/>
              </a:defRPr>
            </a:lvl3pPr>
            <a:lvl4pPr>
              <a:defRPr sz="1300" b="0">
                <a:solidFill>
                  <a:srgbClr val="B9CDD4"/>
                </a:solidFill>
                <a:latin typeface="DejaVu Sans"/>
                <a:ea typeface="DejaVu Sans"/>
                <a:cs typeface="DejaVu Sans"/>
              </a:defRPr>
            </a:lvl4pPr>
            <a:lvl5pPr>
              <a:defRPr sz="1300" b="0">
                <a:solidFill>
                  <a:srgbClr val="B9CDD4"/>
                </a:solidFill>
                <a:latin typeface="DejaVu Sans"/>
                <a:ea typeface="DejaVu Sans"/>
                <a:cs typeface="DejaVu Sans"/>
              </a:defRPr>
            </a:lvl5pPr>
            <a:lvl6pPr>
              <a:defRPr sz="1300" b="0">
                <a:solidFill>
                  <a:srgbClr val="B9CDD4"/>
                </a:solidFill>
                <a:latin typeface="DejaVu Sans"/>
                <a:ea typeface="DejaVu Sans"/>
                <a:cs typeface="DejaVu Sans"/>
              </a:defRPr>
            </a:lvl6pPr>
            <a:lvl7pPr>
              <a:defRPr sz="1300" b="0">
                <a:solidFill>
                  <a:srgbClr val="B9CDD4"/>
                </a:solidFill>
                <a:latin typeface="DejaVu Sans"/>
                <a:ea typeface="DejaVu Sans"/>
                <a:cs typeface="DejaVu Sans"/>
              </a:defRPr>
            </a:lvl7pPr>
            <a:lvl8pPr>
              <a:defRPr sz="1300" b="0">
                <a:solidFill>
                  <a:srgbClr val="B9CDD4"/>
                </a:solidFill>
                <a:latin typeface="DejaVu Sans"/>
                <a:ea typeface="DejaVu Sans"/>
                <a:cs typeface="DejaVu Sans"/>
              </a:defRPr>
            </a:lvl8pPr>
            <a:lvl9pPr>
              <a:defRPr sz="1300" b="0">
                <a:solidFill>
                  <a:srgbClr val="B9CDD4"/>
                </a:solidFill>
                <a:latin typeface="DejaVu Sans"/>
                <a:ea typeface="DejaVu Sans"/>
                <a:cs typeface="DejaVu Sans"/>
              </a:defRPr>
            </a:lvl9pPr>
          </a:lstStyle>
          <a:p>
            <a:pPr>
              <a:defRPr sz="1300" b="0">
                <a:solidFill>
                  <a:srgbClr val="B9CDD4"/>
                </a:solidFill>
                <a:latin typeface="DejaVu Sans"/>
                <a:ea typeface="DejaVu Sans"/>
                <a:cs typeface="DejaVu Sans"/>
              </a:defRPr>
            </a:pPr>
            <a:r>
              <a:rPr sz="1300" b="0">
                <a:solidFill>
                  <a:srgbClr val="B9CDD4"/>
                </a:solidFill>
                <a:latin typeface="DejaVu Sans"/>
                <a:ea typeface="DejaVu Sans"/>
                <a:cs typeface="DejaVu Sans"/>
              </a:rPr>
              <a:t>17</a:t>
            </a:r>
            <a:endParaRPr/>
          </a:p>
        </p:txBody>
      </p:sp>
      <p:sp>
        <p:nvSpPr>
          <p:cNvPr id="1560986278" name="text-122"/>
          <p:cNvSpPr>
            <a:spLocks noGrp="1"/>
          </p:cNvSpPr>
          <p:nvPr/>
        </p:nvSpPr>
        <p:spPr bwMode="auto">
          <a:xfrm>
            <a:off x="647700" y="1781175"/>
            <a:ext cx="10763250" cy="476250"/>
          </a:xfrm>
          <a:prstGeom prst="rect">
            <a:avLst/>
          </a:prstGeom>
          <a:noFill/>
          <a:ln w="0">
            <a:noFill/>
            <a:prstDash val="solid"/>
          </a:ln>
        </p:spPr>
        <p:txBody>
          <a:bodyPr wrap="square" lIns="0" tIns="0" rIns="0" bIns="0">
            <a:noAutofit/>
          </a:bodyPr>
          <a:lstStyle>
            <a:defPPr>
              <a:defRPr sz="2250" b="1">
                <a:solidFill>
                  <a:srgbClr val="FFD24A"/>
                </a:solidFill>
                <a:latin typeface="DejaVu Sans"/>
                <a:ea typeface="DejaVu Sans"/>
                <a:cs typeface="DejaVu Sans"/>
              </a:defRPr>
            </a:defPPr>
            <a:lvl1pPr>
              <a:defRPr sz="2250" b="1">
                <a:solidFill>
                  <a:srgbClr val="FFD24A"/>
                </a:solidFill>
                <a:latin typeface="DejaVu Sans"/>
                <a:ea typeface="DejaVu Sans"/>
                <a:cs typeface="DejaVu Sans"/>
              </a:defRPr>
            </a:lvl1pPr>
            <a:lvl2pPr>
              <a:defRPr sz="2250" b="1">
                <a:solidFill>
                  <a:srgbClr val="FFD24A"/>
                </a:solidFill>
                <a:latin typeface="DejaVu Sans"/>
                <a:ea typeface="DejaVu Sans"/>
                <a:cs typeface="DejaVu Sans"/>
              </a:defRPr>
            </a:lvl2pPr>
            <a:lvl3pPr>
              <a:defRPr sz="2250" b="1">
                <a:solidFill>
                  <a:srgbClr val="FFD24A"/>
                </a:solidFill>
                <a:latin typeface="DejaVu Sans"/>
                <a:ea typeface="DejaVu Sans"/>
                <a:cs typeface="DejaVu Sans"/>
              </a:defRPr>
            </a:lvl3pPr>
            <a:lvl4pPr>
              <a:defRPr sz="2250" b="1">
                <a:solidFill>
                  <a:srgbClr val="FFD24A"/>
                </a:solidFill>
                <a:latin typeface="DejaVu Sans"/>
                <a:ea typeface="DejaVu Sans"/>
                <a:cs typeface="DejaVu Sans"/>
              </a:defRPr>
            </a:lvl4pPr>
            <a:lvl5pPr>
              <a:defRPr sz="2250" b="1">
                <a:solidFill>
                  <a:srgbClr val="FFD24A"/>
                </a:solidFill>
                <a:latin typeface="DejaVu Sans"/>
                <a:ea typeface="DejaVu Sans"/>
                <a:cs typeface="DejaVu Sans"/>
              </a:defRPr>
            </a:lvl5pPr>
            <a:lvl6pPr>
              <a:defRPr sz="2250" b="1">
                <a:solidFill>
                  <a:srgbClr val="FFD24A"/>
                </a:solidFill>
                <a:latin typeface="DejaVu Sans"/>
                <a:ea typeface="DejaVu Sans"/>
                <a:cs typeface="DejaVu Sans"/>
              </a:defRPr>
            </a:lvl6pPr>
            <a:lvl7pPr>
              <a:defRPr sz="2250" b="1">
                <a:solidFill>
                  <a:srgbClr val="FFD24A"/>
                </a:solidFill>
                <a:latin typeface="DejaVu Sans"/>
                <a:ea typeface="DejaVu Sans"/>
                <a:cs typeface="DejaVu Sans"/>
              </a:defRPr>
            </a:lvl7pPr>
            <a:lvl8pPr>
              <a:defRPr sz="2250" b="1">
                <a:solidFill>
                  <a:srgbClr val="FFD24A"/>
                </a:solidFill>
                <a:latin typeface="DejaVu Sans"/>
                <a:ea typeface="DejaVu Sans"/>
                <a:cs typeface="DejaVu Sans"/>
              </a:defRPr>
            </a:lvl8pPr>
            <a:lvl9pPr>
              <a:defRPr sz="2250" b="1">
                <a:solidFill>
                  <a:srgbClr val="FFD24A"/>
                </a:solidFill>
                <a:latin typeface="DejaVu Sans"/>
                <a:ea typeface="DejaVu Sans"/>
                <a:cs typeface="DejaVu Sans"/>
              </a:defRPr>
            </a:lvl9pPr>
          </a:lstStyle>
          <a:p>
            <a:pPr>
              <a:defRPr sz="2250" b="1">
                <a:solidFill>
                  <a:srgbClr val="FFD24A"/>
                </a:solidFill>
                <a:latin typeface="DejaVu Sans"/>
                <a:ea typeface="DejaVu Sans"/>
                <a:cs typeface="DejaVu Sans"/>
              </a:defRPr>
            </a:pPr>
            <a:r>
              <a:rPr sz="2250" b="1">
                <a:solidFill>
                  <a:srgbClr val="FFD24A"/>
                </a:solidFill>
                <a:latin typeface="DejaVu Sans"/>
                <a:ea typeface="DejaVu Sans"/>
                <a:cs typeface="DejaVu Sans"/>
              </a:rPr>
              <a:t>Đầu vào</a:t>
            </a:r>
            <a:endParaRPr/>
          </a:p>
        </p:txBody>
      </p:sp>
      <p:sp>
        <p:nvSpPr>
          <p:cNvPr id="215686429" name="text-123"/>
          <p:cNvSpPr>
            <a:spLocks noGrp="1"/>
          </p:cNvSpPr>
          <p:nvPr/>
        </p:nvSpPr>
        <p:spPr bwMode="auto">
          <a:xfrm>
            <a:off x="647700" y="2409825"/>
            <a:ext cx="10763250" cy="666750"/>
          </a:xfrm>
          <a:prstGeom prst="rect">
            <a:avLst/>
          </a:prstGeom>
          <a:noFill/>
          <a:ln w="0">
            <a:noFill/>
            <a:prstDash val="solid"/>
          </a:ln>
        </p:spPr>
        <p:txBody>
          <a:bodyPr wrap="square" lIns="0" tIns="0" rIns="0" bIns="0">
            <a:noAutofit/>
          </a:bodyPr>
          <a:lstStyle>
            <a:defPPr>
              <a:defRPr sz="2850" b="0">
                <a:solidFill>
                  <a:srgbClr val="FFFFFF"/>
                </a:solidFill>
                <a:latin typeface="DejaVu Sans"/>
                <a:ea typeface="DejaVu Sans"/>
                <a:cs typeface="DejaVu Sans"/>
              </a:defRPr>
            </a:defPPr>
            <a:lvl1pPr>
              <a:defRPr sz="2850" b="0">
                <a:solidFill>
                  <a:srgbClr val="FFFFFF"/>
                </a:solidFill>
                <a:latin typeface="DejaVu Sans"/>
                <a:ea typeface="DejaVu Sans"/>
                <a:cs typeface="DejaVu Sans"/>
              </a:defRPr>
            </a:lvl1pPr>
            <a:lvl2pPr>
              <a:defRPr sz="2850" b="0">
                <a:solidFill>
                  <a:srgbClr val="FFFFFF"/>
                </a:solidFill>
                <a:latin typeface="DejaVu Sans"/>
                <a:ea typeface="DejaVu Sans"/>
                <a:cs typeface="DejaVu Sans"/>
              </a:defRPr>
            </a:lvl2pPr>
            <a:lvl3pPr>
              <a:defRPr sz="2850" b="0">
                <a:solidFill>
                  <a:srgbClr val="FFFFFF"/>
                </a:solidFill>
                <a:latin typeface="DejaVu Sans"/>
                <a:ea typeface="DejaVu Sans"/>
                <a:cs typeface="DejaVu Sans"/>
              </a:defRPr>
            </a:lvl3pPr>
            <a:lvl4pPr>
              <a:defRPr sz="2850" b="0">
                <a:solidFill>
                  <a:srgbClr val="FFFFFF"/>
                </a:solidFill>
                <a:latin typeface="DejaVu Sans"/>
                <a:ea typeface="DejaVu Sans"/>
                <a:cs typeface="DejaVu Sans"/>
              </a:defRPr>
            </a:lvl4pPr>
            <a:lvl5pPr>
              <a:defRPr sz="2850" b="0">
                <a:solidFill>
                  <a:srgbClr val="FFFFFF"/>
                </a:solidFill>
                <a:latin typeface="DejaVu Sans"/>
                <a:ea typeface="DejaVu Sans"/>
                <a:cs typeface="DejaVu Sans"/>
              </a:defRPr>
            </a:lvl5pPr>
            <a:lvl6pPr>
              <a:defRPr sz="2850" b="0">
                <a:solidFill>
                  <a:srgbClr val="FFFFFF"/>
                </a:solidFill>
                <a:latin typeface="DejaVu Sans"/>
                <a:ea typeface="DejaVu Sans"/>
                <a:cs typeface="DejaVu Sans"/>
              </a:defRPr>
            </a:lvl6pPr>
            <a:lvl7pPr>
              <a:defRPr sz="2850" b="0">
                <a:solidFill>
                  <a:srgbClr val="FFFFFF"/>
                </a:solidFill>
                <a:latin typeface="DejaVu Sans"/>
                <a:ea typeface="DejaVu Sans"/>
                <a:cs typeface="DejaVu Sans"/>
              </a:defRPr>
            </a:lvl7pPr>
            <a:lvl8pPr>
              <a:defRPr sz="2850" b="0">
                <a:solidFill>
                  <a:srgbClr val="FFFFFF"/>
                </a:solidFill>
                <a:latin typeface="DejaVu Sans"/>
                <a:ea typeface="DejaVu Sans"/>
                <a:cs typeface="DejaVu Sans"/>
              </a:defRPr>
            </a:lvl8pPr>
            <a:lvl9pPr>
              <a:defRPr sz="2850" b="0">
                <a:solidFill>
                  <a:srgbClr val="FFFFFF"/>
                </a:solidFill>
                <a:latin typeface="DejaVu Sans"/>
                <a:ea typeface="DejaVu Sans"/>
                <a:cs typeface="DejaVu Sans"/>
              </a:defRPr>
            </a:lvl9pPr>
          </a:lstStyle>
          <a:p>
            <a:pPr>
              <a:defRPr sz="2850" b="0">
                <a:solidFill>
                  <a:srgbClr val="FFFFFF"/>
                </a:solidFill>
                <a:latin typeface="DejaVu Sans"/>
                <a:ea typeface="DejaVu Sans"/>
                <a:cs typeface="DejaVu Sans"/>
              </a:defRPr>
            </a:pPr>
            <a:r>
              <a:rPr sz="2850" b="0">
                <a:solidFill>
                  <a:srgbClr val="FFFFFF"/>
                </a:solidFill>
                <a:latin typeface="DejaVu Sans"/>
                <a:ea typeface="DejaVu Sans"/>
                <a:cs typeface="DejaVu Sans"/>
              </a:rPr>
              <a:t>Tên học viên và hai điểm số</a:t>
            </a:r>
            <a:endParaRPr/>
          </a:p>
        </p:txBody>
      </p:sp>
      <p:sp>
        <p:nvSpPr>
          <p:cNvPr id="231286650" name="text-124"/>
          <p:cNvSpPr>
            <a:spLocks noGrp="1"/>
          </p:cNvSpPr>
          <p:nvPr/>
        </p:nvSpPr>
        <p:spPr bwMode="auto">
          <a:xfrm>
            <a:off x="647700" y="3495675"/>
            <a:ext cx="10858500" cy="619125"/>
          </a:xfrm>
          <a:prstGeom prst="rect">
            <a:avLst/>
          </a:prstGeom>
          <a:noFill/>
          <a:ln w="0">
            <a:noFill/>
            <a:prstDash val="solid"/>
          </a:ln>
        </p:spPr>
        <p:txBody>
          <a:bodyPr wrap="square" lIns="0" tIns="0" rIns="0" bIns="0">
            <a:noAutofit/>
          </a:bodyPr>
          <a:lstStyle>
            <a:defPPr>
              <a:defRPr sz="2800" b="1">
                <a:solidFill>
                  <a:srgbClr val="FFFFFF"/>
                </a:solidFill>
                <a:latin typeface="DejaVu Sans"/>
                <a:ea typeface="DejaVu Sans"/>
                <a:cs typeface="DejaVu Sans"/>
              </a:defRPr>
            </a:defPPr>
            <a:lvl1pPr>
              <a:defRPr sz="2800" b="1">
                <a:solidFill>
                  <a:srgbClr val="FFFFFF"/>
                </a:solidFill>
                <a:latin typeface="DejaVu Sans"/>
                <a:ea typeface="DejaVu Sans"/>
                <a:cs typeface="DejaVu Sans"/>
              </a:defRPr>
            </a:lvl1pPr>
            <a:lvl2pPr>
              <a:defRPr sz="2800" b="1">
                <a:solidFill>
                  <a:srgbClr val="FFFFFF"/>
                </a:solidFill>
                <a:latin typeface="DejaVu Sans"/>
                <a:ea typeface="DejaVu Sans"/>
                <a:cs typeface="DejaVu Sans"/>
              </a:defRPr>
            </a:lvl2pPr>
            <a:lvl3pPr>
              <a:defRPr sz="2800" b="1">
                <a:solidFill>
                  <a:srgbClr val="FFFFFF"/>
                </a:solidFill>
                <a:latin typeface="DejaVu Sans"/>
                <a:ea typeface="DejaVu Sans"/>
                <a:cs typeface="DejaVu Sans"/>
              </a:defRPr>
            </a:lvl3pPr>
            <a:lvl4pPr>
              <a:defRPr sz="2800" b="1">
                <a:solidFill>
                  <a:srgbClr val="FFFFFF"/>
                </a:solidFill>
                <a:latin typeface="DejaVu Sans"/>
                <a:ea typeface="DejaVu Sans"/>
                <a:cs typeface="DejaVu Sans"/>
              </a:defRPr>
            </a:lvl4pPr>
            <a:lvl5pPr>
              <a:defRPr sz="2800" b="1">
                <a:solidFill>
                  <a:srgbClr val="FFFFFF"/>
                </a:solidFill>
                <a:latin typeface="DejaVu Sans"/>
                <a:ea typeface="DejaVu Sans"/>
                <a:cs typeface="DejaVu Sans"/>
              </a:defRPr>
            </a:lvl5pPr>
            <a:lvl6pPr>
              <a:defRPr sz="2800" b="1">
                <a:solidFill>
                  <a:srgbClr val="FFFFFF"/>
                </a:solidFill>
                <a:latin typeface="DejaVu Sans"/>
                <a:ea typeface="DejaVu Sans"/>
                <a:cs typeface="DejaVu Sans"/>
              </a:defRPr>
            </a:lvl6pPr>
            <a:lvl7pPr>
              <a:defRPr sz="2800" b="1">
                <a:solidFill>
                  <a:srgbClr val="FFFFFF"/>
                </a:solidFill>
                <a:latin typeface="DejaVu Sans"/>
                <a:ea typeface="DejaVu Sans"/>
                <a:cs typeface="DejaVu Sans"/>
              </a:defRPr>
            </a:lvl7pPr>
            <a:lvl8pPr>
              <a:defRPr sz="2800" b="1">
                <a:solidFill>
                  <a:srgbClr val="FFFFFF"/>
                </a:solidFill>
                <a:latin typeface="DejaVu Sans"/>
                <a:ea typeface="DejaVu Sans"/>
                <a:cs typeface="DejaVu Sans"/>
              </a:defRPr>
            </a:lvl8pPr>
            <a:lvl9pPr>
              <a:defRPr sz="2800" b="1">
                <a:solidFill>
                  <a:srgbClr val="FFFFFF"/>
                </a:solidFill>
                <a:latin typeface="DejaVu Sans"/>
                <a:ea typeface="DejaVu Sans"/>
                <a:cs typeface="DejaVu Sans"/>
              </a:defRPr>
            </a:lvl9pPr>
          </a:lstStyle>
          <a:p>
            <a:pPr>
              <a:defRPr sz="2800" b="1">
                <a:solidFill>
                  <a:srgbClr val="FFFFFF"/>
                </a:solidFill>
                <a:latin typeface="DejaVu Sans"/>
                <a:ea typeface="DejaVu Sans"/>
                <a:cs typeface="DejaVu Sans"/>
              </a:defRPr>
            </a:pPr>
            <a:r>
              <a:rPr sz="2800" b="1">
                <a:solidFill>
                  <a:srgbClr val="FFFFFF"/>
                </a:solidFill>
                <a:latin typeface="DejaVu Sans"/>
                <a:ea typeface="DejaVu Sans"/>
                <a:cs typeface="DejaVu Sans"/>
              </a:rPr>
              <a:t>Trung bình = (điểm 1 + điểm 2) / 2</a:t>
            </a:r>
            <a:endParaRPr/>
          </a:p>
        </p:txBody>
      </p:sp>
      <p:sp>
        <p:nvSpPr>
          <p:cNvPr id="675468746" name="text-125"/>
          <p:cNvSpPr>
            <a:spLocks noGrp="1"/>
          </p:cNvSpPr>
          <p:nvPr/>
        </p:nvSpPr>
        <p:spPr bwMode="auto">
          <a:xfrm>
            <a:off x="647700" y="4781550"/>
            <a:ext cx="10858500" cy="762000"/>
          </a:xfrm>
          <a:prstGeom prst="rect">
            <a:avLst/>
          </a:prstGeom>
          <a:noFill/>
          <a:ln w="0">
            <a:noFill/>
            <a:prstDash val="solid"/>
          </a:ln>
        </p:spPr>
        <p:txBody>
          <a:bodyPr wrap="square" lIns="0" tIns="0" rIns="0" bIns="0">
            <a:noAutofit/>
          </a:bodyPr>
          <a:lstStyle>
            <a:defPPr>
              <a:defRPr sz="2700" b="0">
                <a:solidFill>
                  <a:srgbClr val="FFD24A"/>
                </a:solidFill>
                <a:latin typeface="DejaVu Sans Mono"/>
                <a:ea typeface="DejaVu Sans Mono"/>
                <a:cs typeface="DejaVu Sans Mono"/>
              </a:defRPr>
            </a:defPPr>
            <a:lvl1pPr>
              <a:defRPr sz="2700" b="0">
                <a:solidFill>
                  <a:srgbClr val="FFD24A"/>
                </a:solidFill>
                <a:latin typeface="DejaVu Sans Mono"/>
                <a:ea typeface="DejaVu Sans Mono"/>
                <a:cs typeface="DejaVu Sans Mono"/>
              </a:defRPr>
            </a:lvl1pPr>
            <a:lvl2pPr>
              <a:defRPr sz="2700" b="0">
                <a:solidFill>
                  <a:srgbClr val="FFD24A"/>
                </a:solidFill>
                <a:latin typeface="DejaVu Sans Mono"/>
                <a:ea typeface="DejaVu Sans Mono"/>
                <a:cs typeface="DejaVu Sans Mono"/>
              </a:defRPr>
            </a:lvl2pPr>
            <a:lvl3pPr>
              <a:defRPr sz="2700" b="0">
                <a:solidFill>
                  <a:srgbClr val="FFD24A"/>
                </a:solidFill>
                <a:latin typeface="DejaVu Sans Mono"/>
                <a:ea typeface="DejaVu Sans Mono"/>
                <a:cs typeface="DejaVu Sans Mono"/>
              </a:defRPr>
            </a:lvl3pPr>
            <a:lvl4pPr>
              <a:defRPr sz="2700" b="0">
                <a:solidFill>
                  <a:srgbClr val="FFD24A"/>
                </a:solidFill>
                <a:latin typeface="DejaVu Sans Mono"/>
                <a:ea typeface="DejaVu Sans Mono"/>
                <a:cs typeface="DejaVu Sans Mono"/>
              </a:defRPr>
            </a:lvl4pPr>
            <a:lvl5pPr>
              <a:defRPr sz="2700" b="0">
                <a:solidFill>
                  <a:srgbClr val="FFD24A"/>
                </a:solidFill>
                <a:latin typeface="DejaVu Sans Mono"/>
                <a:ea typeface="DejaVu Sans Mono"/>
                <a:cs typeface="DejaVu Sans Mono"/>
              </a:defRPr>
            </a:lvl5pPr>
            <a:lvl6pPr>
              <a:defRPr sz="2700" b="0">
                <a:solidFill>
                  <a:srgbClr val="FFD24A"/>
                </a:solidFill>
                <a:latin typeface="DejaVu Sans Mono"/>
                <a:ea typeface="DejaVu Sans Mono"/>
                <a:cs typeface="DejaVu Sans Mono"/>
              </a:defRPr>
            </a:lvl6pPr>
            <a:lvl7pPr>
              <a:defRPr sz="2700" b="0">
                <a:solidFill>
                  <a:srgbClr val="FFD24A"/>
                </a:solidFill>
                <a:latin typeface="DejaVu Sans Mono"/>
                <a:ea typeface="DejaVu Sans Mono"/>
                <a:cs typeface="DejaVu Sans Mono"/>
              </a:defRPr>
            </a:lvl7pPr>
            <a:lvl8pPr>
              <a:defRPr sz="2700" b="0">
                <a:solidFill>
                  <a:srgbClr val="FFD24A"/>
                </a:solidFill>
                <a:latin typeface="DejaVu Sans Mono"/>
                <a:ea typeface="DejaVu Sans Mono"/>
                <a:cs typeface="DejaVu Sans Mono"/>
              </a:defRPr>
            </a:lvl8pPr>
            <a:lvl9pPr>
              <a:defRPr sz="2700" b="0">
                <a:solidFill>
                  <a:srgbClr val="FFD24A"/>
                </a:solidFill>
                <a:latin typeface="DejaVu Sans Mono"/>
                <a:ea typeface="DejaVu Sans Mono"/>
                <a:cs typeface="DejaVu Sans Mono"/>
              </a:defRPr>
            </a:lvl9pPr>
          </a:lstStyle>
          <a:p>
            <a:pPr>
              <a:defRPr sz="2700" b="0">
                <a:solidFill>
                  <a:srgbClr val="FFD24A"/>
                </a:solidFill>
                <a:latin typeface="DejaVu Sans Mono"/>
                <a:ea typeface="DejaVu Sans Mono"/>
                <a:cs typeface="DejaVu Sans Mono"/>
              </a:defRPr>
            </a:pPr>
            <a:r>
              <a:rPr sz="2700" b="0">
                <a:solidFill>
                  <a:srgbClr val="FFD24A"/>
                </a:solidFill>
                <a:latin typeface="DejaVu Sans Mono"/>
                <a:ea typeface="DejaVu Sans Mono"/>
                <a:cs typeface="DejaVu Sans Mono"/>
              </a:rPr>
              <a:t>Lan: diem trung binh = 7.00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110875822" name="text-126"/>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Thực hành của em</a:t>
            </a:r>
            <a:endParaRPr/>
          </a:p>
        </p:txBody>
      </p:sp>
      <p:sp>
        <p:nvSpPr>
          <p:cNvPr id="1602939457" name="text-127"/>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18</a:t>
            </a:r>
            <a:endParaRPr/>
          </a:p>
        </p:txBody>
      </p:sp>
      <p:sp>
        <p:nvSpPr>
          <p:cNvPr id="390328728" name="text-128"/>
          <p:cNvSpPr>
            <a:spLocks noGrp="1"/>
          </p:cNvSpPr>
          <p:nvPr/>
        </p:nvSpPr>
        <p:spPr bwMode="auto">
          <a:xfrm>
            <a:off x="647700" y="1695450"/>
            <a:ext cx="10858500" cy="476250"/>
          </a:xfrm>
          <a:prstGeom prst="rect">
            <a:avLst/>
          </a:prstGeom>
          <a:noFill/>
          <a:ln w="0">
            <a:noFill/>
            <a:prstDash val="solid"/>
          </a:ln>
        </p:spPr>
        <p:txBody>
          <a:bodyPr wrap="square" lIns="0" tIns="0" rIns="0" bIns="0">
            <a:noAutofit/>
          </a:bodyPr>
          <a:lstStyle>
            <a:defPPr>
              <a:defRPr sz="2500" b="1">
                <a:solidFill>
                  <a:srgbClr val="D45B2C"/>
                </a:solidFill>
                <a:latin typeface="DejaVu Sans"/>
                <a:ea typeface="DejaVu Sans"/>
                <a:cs typeface="DejaVu Sans"/>
              </a:defRPr>
            </a:defPPr>
            <a:lvl1pPr>
              <a:defRPr sz="2500" b="1">
                <a:solidFill>
                  <a:srgbClr val="D45B2C"/>
                </a:solidFill>
                <a:latin typeface="DejaVu Sans"/>
                <a:ea typeface="DejaVu Sans"/>
                <a:cs typeface="DejaVu Sans"/>
              </a:defRPr>
            </a:lvl1pPr>
            <a:lvl2pPr>
              <a:defRPr sz="2500" b="1">
                <a:solidFill>
                  <a:srgbClr val="D45B2C"/>
                </a:solidFill>
                <a:latin typeface="DejaVu Sans"/>
                <a:ea typeface="DejaVu Sans"/>
                <a:cs typeface="DejaVu Sans"/>
              </a:defRPr>
            </a:lvl2pPr>
            <a:lvl3pPr>
              <a:defRPr sz="2500" b="1">
                <a:solidFill>
                  <a:srgbClr val="D45B2C"/>
                </a:solidFill>
                <a:latin typeface="DejaVu Sans"/>
                <a:ea typeface="DejaVu Sans"/>
                <a:cs typeface="DejaVu Sans"/>
              </a:defRPr>
            </a:lvl3pPr>
            <a:lvl4pPr>
              <a:defRPr sz="2500" b="1">
                <a:solidFill>
                  <a:srgbClr val="D45B2C"/>
                </a:solidFill>
                <a:latin typeface="DejaVu Sans"/>
                <a:ea typeface="DejaVu Sans"/>
                <a:cs typeface="DejaVu Sans"/>
              </a:defRPr>
            </a:lvl4pPr>
            <a:lvl5pPr>
              <a:defRPr sz="2500" b="1">
                <a:solidFill>
                  <a:srgbClr val="D45B2C"/>
                </a:solidFill>
                <a:latin typeface="DejaVu Sans"/>
                <a:ea typeface="DejaVu Sans"/>
                <a:cs typeface="DejaVu Sans"/>
              </a:defRPr>
            </a:lvl5pPr>
            <a:lvl6pPr>
              <a:defRPr sz="2500" b="1">
                <a:solidFill>
                  <a:srgbClr val="D45B2C"/>
                </a:solidFill>
                <a:latin typeface="DejaVu Sans"/>
                <a:ea typeface="DejaVu Sans"/>
                <a:cs typeface="DejaVu Sans"/>
              </a:defRPr>
            </a:lvl6pPr>
            <a:lvl7pPr>
              <a:defRPr sz="2500" b="1">
                <a:solidFill>
                  <a:srgbClr val="D45B2C"/>
                </a:solidFill>
                <a:latin typeface="DejaVu Sans"/>
                <a:ea typeface="DejaVu Sans"/>
                <a:cs typeface="DejaVu Sans"/>
              </a:defRPr>
            </a:lvl7pPr>
            <a:lvl8pPr>
              <a:defRPr sz="2500" b="1">
                <a:solidFill>
                  <a:srgbClr val="D45B2C"/>
                </a:solidFill>
                <a:latin typeface="DejaVu Sans"/>
                <a:ea typeface="DejaVu Sans"/>
                <a:cs typeface="DejaVu Sans"/>
              </a:defRPr>
            </a:lvl8pPr>
            <a:lvl9pPr>
              <a:defRPr sz="2500" b="1">
                <a:solidFill>
                  <a:srgbClr val="D45B2C"/>
                </a:solidFill>
                <a:latin typeface="DejaVu Sans"/>
                <a:ea typeface="DejaVu Sans"/>
                <a:cs typeface="DejaVu Sans"/>
              </a:defRPr>
            </a:lvl9pPr>
          </a:lstStyle>
          <a:p>
            <a:pPr>
              <a:defRPr sz="2500" b="1">
                <a:solidFill>
                  <a:srgbClr val="D45B2C"/>
                </a:solidFill>
                <a:latin typeface="DejaVu Sans"/>
                <a:ea typeface="DejaVu Sans"/>
                <a:cs typeface="DejaVu Sans"/>
              </a:defRPr>
            </a:pPr>
            <a:r>
              <a:rPr sz="2500" b="1">
                <a:solidFill>
                  <a:srgbClr val="D45B2C"/>
                </a:solidFill>
                <a:latin typeface="DejaVu Sans"/>
                <a:ea typeface="DejaVu Sans"/>
                <a:cs typeface="DejaVu Sans"/>
              </a:rPr>
              <a:t>Bài chính</a:t>
            </a:r>
            <a:endParaRPr/>
          </a:p>
        </p:txBody>
      </p:sp>
      <p:sp>
        <p:nvSpPr>
          <p:cNvPr id="1317177136" name="text-129"/>
          <p:cNvSpPr>
            <a:spLocks noGrp="1"/>
          </p:cNvSpPr>
          <p:nvPr/>
        </p:nvSpPr>
        <p:spPr bwMode="auto">
          <a:xfrm>
            <a:off x="647700" y="2381250"/>
            <a:ext cx="10858500" cy="1714500"/>
          </a:xfrm>
          <a:prstGeom prst="rect">
            <a:avLst/>
          </a:prstGeom>
          <a:noFill/>
          <a:ln w="0">
            <a:noFill/>
            <a:prstDash val="solid"/>
          </a:ln>
        </p:spPr>
        <p:txBody>
          <a:bodyPr wrap="square" lIns="0" tIns="0" rIns="0" bIns="0">
            <a:noAutofit/>
          </a:bodyPr>
          <a:lstStyle>
            <a:defPPr>
              <a:defRPr sz="2400" b="0">
                <a:solidFill>
                  <a:srgbClr val="172B39"/>
                </a:solidFill>
                <a:latin typeface="DejaVu Sans"/>
                <a:ea typeface="DejaVu Sans"/>
                <a:cs typeface="DejaVu Sans"/>
              </a:defRPr>
            </a:defPPr>
            <a:lvl1pPr>
              <a:defRPr sz="2400" b="0">
                <a:solidFill>
                  <a:srgbClr val="172B39"/>
                </a:solidFill>
                <a:latin typeface="DejaVu Sans"/>
                <a:ea typeface="DejaVu Sans"/>
                <a:cs typeface="DejaVu Sans"/>
              </a:defRPr>
            </a:lvl1pPr>
            <a:lvl2pPr>
              <a:defRPr sz="2400" b="0">
                <a:solidFill>
                  <a:srgbClr val="172B39"/>
                </a:solidFill>
                <a:latin typeface="DejaVu Sans"/>
                <a:ea typeface="DejaVu Sans"/>
                <a:cs typeface="DejaVu Sans"/>
              </a:defRPr>
            </a:lvl2pPr>
            <a:lvl3pPr>
              <a:defRPr sz="2400" b="0">
                <a:solidFill>
                  <a:srgbClr val="172B39"/>
                </a:solidFill>
                <a:latin typeface="DejaVu Sans"/>
                <a:ea typeface="DejaVu Sans"/>
                <a:cs typeface="DejaVu Sans"/>
              </a:defRPr>
            </a:lvl3pPr>
            <a:lvl4pPr>
              <a:defRPr sz="2400" b="0">
                <a:solidFill>
                  <a:srgbClr val="172B39"/>
                </a:solidFill>
                <a:latin typeface="DejaVu Sans"/>
                <a:ea typeface="DejaVu Sans"/>
                <a:cs typeface="DejaVu Sans"/>
              </a:defRPr>
            </a:lvl4pPr>
            <a:lvl5pPr>
              <a:defRPr sz="2400" b="0">
                <a:solidFill>
                  <a:srgbClr val="172B39"/>
                </a:solidFill>
                <a:latin typeface="DejaVu Sans"/>
                <a:ea typeface="DejaVu Sans"/>
                <a:cs typeface="DejaVu Sans"/>
              </a:defRPr>
            </a:lvl5pPr>
            <a:lvl6pPr>
              <a:defRPr sz="2400" b="0">
                <a:solidFill>
                  <a:srgbClr val="172B39"/>
                </a:solidFill>
                <a:latin typeface="DejaVu Sans"/>
                <a:ea typeface="DejaVu Sans"/>
                <a:cs typeface="DejaVu Sans"/>
              </a:defRPr>
            </a:lvl6pPr>
            <a:lvl7pPr>
              <a:defRPr sz="2400" b="0">
                <a:solidFill>
                  <a:srgbClr val="172B39"/>
                </a:solidFill>
                <a:latin typeface="DejaVu Sans"/>
                <a:ea typeface="DejaVu Sans"/>
                <a:cs typeface="DejaVu Sans"/>
              </a:defRPr>
            </a:lvl7pPr>
            <a:lvl8pPr>
              <a:defRPr sz="2400" b="0">
                <a:solidFill>
                  <a:srgbClr val="172B39"/>
                </a:solidFill>
                <a:latin typeface="DejaVu Sans"/>
                <a:ea typeface="DejaVu Sans"/>
                <a:cs typeface="DejaVu Sans"/>
              </a:defRPr>
            </a:lvl8pPr>
            <a:lvl9pPr>
              <a:defRPr sz="2400" b="0">
                <a:solidFill>
                  <a:srgbClr val="172B39"/>
                </a:solidFill>
                <a:latin typeface="DejaVu Sans"/>
                <a:ea typeface="DejaVu Sans"/>
                <a:cs typeface="DejaVu Sans"/>
              </a:defRPr>
            </a:lvl9pPr>
          </a:lstStyle>
          <a:p>
            <a:pPr>
              <a:defRPr sz="2400" b="0">
                <a:solidFill>
                  <a:srgbClr val="172B39"/>
                </a:solidFill>
                <a:latin typeface="DejaVu Sans"/>
                <a:ea typeface="DejaVu Sans"/>
                <a:cs typeface="DejaVu Sans"/>
              </a:defRPr>
            </a:pPr>
            <a:r>
              <a:rPr sz="2400" b="0">
                <a:solidFill>
                  <a:srgbClr val="172B39"/>
                </a:solidFill>
                <a:latin typeface="DejaVu Sans"/>
                <a:ea typeface="DejaVu Sans"/>
                <a:cs typeface="DejaVu Sans"/>
              </a:rPr>
              <a:t>Nhập tên và hai điểm</a:t>
            </a:r>
            <a:endParaRPr/>
          </a:p>
          <a:p>
            <a:pPr>
              <a:defRPr sz="2400" b="0">
                <a:solidFill>
                  <a:srgbClr val="172B39"/>
                </a:solidFill>
                <a:latin typeface="DejaVu Sans"/>
                <a:ea typeface="DejaVu Sans"/>
                <a:cs typeface="DejaVu Sans"/>
              </a:defRPr>
            </a:pPr>
            <a:r>
              <a:rPr sz="2400" b="0">
                <a:solidFill>
                  <a:srgbClr val="172B39"/>
                </a:solidFill>
                <a:latin typeface="DejaVu Sans"/>
                <a:ea typeface="DejaVu Sans"/>
                <a:cs typeface="DejaVu Sans"/>
              </a:rPr>
              <a:t>Tính trung bình và in hai chữ số thập phân</a:t>
            </a:r>
            <a:endParaRPr/>
          </a:p>
          <a:p>
            <a:pPr>
              <a:defRPr sz="2400" b="0">
                <a:solidFill>
                  <a:srgbClr val="172B39"/>
                </a:solidFill>
                <a:latin typeface="DejaVu Sans"/>
                <a:ea typeface="DejaVu Sans"/>
                <a:cs typeface="DejaVu Sans"/>
              </a:defRPr>
            </a:pPr>
            <a:r>
              <a:rPr sz="2400" b="0">
                <a:solidFill>
                  <a:srgbClr val="172B39"/>
                </a:solidFill>
                <a:latin typeface="DejaVu Sans"/>
                <a:ea typeface="DejaVu Sans"/>
                <a:cs typeface="DejaVu Sans"/>
              </a:rPr>
              <a:t>Lưu thành buoi_01/hello.py</a:t>
            </a:r>
            <a:endParaRPr/>
          </a:p>
        </p:txBody>
      </p:sp>
      <p:sp>
        <p:nvSpPr>
          <p:cNvPr id="737736142" name="text-130"/>
          <p:cNvSpPr>
            <a:spLocks noGrp="1"/>
          </p:cNvSpPr>
          <p:nvPr/>
        </p:nvSpPr>
        <p:spPr bwMode="auto">
          <a:xfrm>
            <a:off x="647700" y="4552950"/>
            <a:ext cx="10858500" cy="552450"/>
          </a:xfrm>
          <a:prstGeom prst="rect">
            <a:avLst/>
          </a:prstGeom>
          <a:noFill/>
          <a:ln w="0">
            <a:noFill/>
            <a:prstDash val="solid"/>
          </a:ln>
        </p:spPr>
        <p:txBody>
          <a:bodyPr wrap="square" lIns="0" tIns="0" rIns="0" bIns="0">
            <a:noAutofit/>
          </a:bodyPr>
          <a:lstStyle>
            <a:defPPr>
              <a:defRPr sz="2250" b="1">
                <a:solidFill>
                  <a:srgbClr val="306998"/>
                </a:solidFill>
                <a:latin typeface="DejaVu Sans"/>
                <a:ea typeface="DejaVu Sans"/>
                <a:cs typeface="DejaVu Sans"/>
              </a:defRPr>
            </a:defPPr>
            <a:lvl1pPr>
              <a:defRPr sz="2250" b="1">
                <a:solidFill>
                  <a:srgbClr val="306998"/>
                </a:solidFill>
                <a:latin typeface="DejaVu Sans"/>
                <a:ea typeface="DejaVu Sans"/>
                <a:cs typeface="DejaVu Sans"/>
              </a:defRPr>
            </a:lvl1pPr>
            <a:lvl2pPr>
              <a:defRPr sz="2250" b="1">
                <a:solidFill>
                  <a:srgbClr val="306998"/>
                </a:solidFill>
                <a:latin typeface="DejaVu Sans"/>
                <a:ea typeface="DejaVu Sans"/>
                <a:cs typeface="DejaVu Sans"/>
              </a:defRPr>
            </a:lvl2pPr>
            <a:lvl3pPr>
              <a:defRPr sz="2250" b="1">
                <a:solidFill>
                  <a:srgbClr val="306998"/>
                </a:solidFill>
                <a:latin typeface="DejaVu Sans"/>
                <a:ea typeface="DejaVu Sans"/>
                <a:cs typeface="DejaVu Sans"/>
              </a:defRPr>
            </a:lvl3pPr>
            <a:lvl4pPr>
              <a:defRPr sz="2250" b="1">
                <a:solidFill>
                  <a:srgbClr val="306998"/>
                </a:solidFill>
                <a:latin typeface="DejaVu Sans"/>
                <a:ea typeface="DejaVu Sans"/>
                <a:cs typeface="DejaVu Sans"/>
              </a:defRPr>
            </a:lvl4pPr>
            <a:lvl5pPr>
              <a:defRPr sz="2250" b="1">
                <a:solidFill>
                  <a:srgbClr val="306998"/>
                </a:solidFill>
                <a:latin typeface="DejaVu Sans"/>
                <a:ea typeface="DejaVu Sans"/>
                <a:cs typeface="DejaVu Sans"/>
              </a:defRPr>
            </a:lvl5pPr>
            <a:lvl6pPr>
              <a:defRPr sz="2250" b="1">
                <a:solidFill>
                  <a:srgbClr val="306998"/>
                </a:solidFill>
                <a:latin typeface="DejaVu Sans"/>
                <a:ea typeface="DejaVu Sans"/>
                <a:cs typeface="DejaVu Sans"/>
              </a:defRPr>
            </a:lvl6pPr>
            <a:lvl7pPr>
              <a:defRPr sz="2250" b="1">
                <a:solidFill>
                  <a:srgbClr val="306998"/>
                </a:solidFill>
                <a:latin typeface="DejaVu Sans"/>
                <a:ea typeface="DejaVu Sans"/>
                <a:cs typeface="DejaVu Sans"/>
              </a:defRPr>
            </a:lvl7pPr>
            <a:lvl8pPr>
              <a:defRPr sz="2250" b="1">
                <a:solidFill>
                  <a:srgbClr val="306998"/>
                </a:solidFill>
                <a:latin typeface="DejaVu Sans"/>
                <a:ea typeface="DejaVu Sans"/>
                <a:cs typeface="DejaVu Sans"/>
              </a:defRPr>
            </a:lvl8pPr>
            <a:lvl9pPr>
              <a:defRPr sz="2250" b="1">
                <a:solidFill>
                  <a:srgbClr val="306998"/>
                </a:solidFill>
                <a:latin typeface="DejaVu Sans"/>
                <a:ea typeface="DejaVu Sans"/>
                <a:cs typeface="DejaVu Sans"/>
              </a:defRPr>
            </a:lvl9pPr>
          </a:lstStyle>
          <a:p>
            <a:pPr>
              <a:defRPr sz="2250" b="1">
                <a:solidFill>
                  <a:srgbClr val="306998"/>
                </a:solidFill>
                <a:latin typeface="DejaVu Sans"/>
                <a:ea typeface="DejaVu Sans"/>
                <a:cs typeface="DejaVu Sans"/>
              </a:defRPr>
            </a:pPr>
            <a:r>
              <a:rPr sz="2250" b="1">
                <a:solidFill>
                  <a:srgbClr val="306998"/>
                </a:solidFill>
                <a:latin typeface="DejaVu Sans"/>
                <a:ea typeface="DejaVu Sans"/>
                <a:cs typeface="DejaVu Sans"/>
              </a:rPr>
              <a:t>Ca thử: Lan, 8, 6. Kết quả: trung bình 7.00</a:t>
            </a:r>
            <a:endParaRPr/>
          </a:p>
        </p:txBody>
      </p:sp>
      <p:sp>
        <p:nvSpPr>
          <p:cNvPr id="41078727" name="text-131"/>
          <p:cNvSpPr>
            <a:spLocks noGrp="1"/>
          </p:cNvSpPr>
          <p:nvPr/>
        </p:nvSpPr>
        <p:spPr bwMode="auto">
          <a:xfrm>
            <a:off x="647700" y="5543550"/>
            <a:ext cx="10858500" cy="609600"/>
          </a:xfrm>
          <a:prstGeom prst="rect">
            <a:avLst/>
          </a:prstGeom>
          <a:noFill/>
          <a:ln w="0">
            <a:noFill/>
            <a:prstDash val="solid"/>
          </a:ln>
        </p:spPr>
        <p:txBody>
          <a:bodyPr wrap="square" lIns="0" tIns="0" rIns="0" bIns="0">
            <a:noAutofit/>
          </a:bodyPr>
          <a:lstStyle>
            <a:defPPr>
              <a:defRPr sz="2100" b="0">
                <a:solidFill>
                  <a:srgbClr val="52616A"/>
                </a:solidFill>
                <a:latin typeface="DejaVu Sans"/>
                <a:ea typeface="DejaVu Sans"/>
                <a:cs typeface="DejaVu Sans"/>
              </a:defRPr>
            </a:defPPr>
            <a:lvl1pPr>
              <a:defRPr sz="2100" b="0">
                <a:solidFill>
                  <a:srgbClr val="52616A"/>
                </a:solidFill>
                <a:latin typeface="DejaVu Sans"/>
                <a:ea typeface="DejaVu Sans"/>
                <a:cs typeface="DejaVu Sans"/>
              </a:defRPr>
            </a:lvl1pPr>
            <a:lvl2pPr>
              <a:defRPr sz="2100" b="0">
                <a:solidFill>
                  <a:srgbClr val="52616A"/>
                </a:solidFill>
                <a:latin typeface="DejaVu Sans"/>
                <a:ea typeface="DejaVu Sans"/>
                <a:cs typeface="DejaVu Sans"/>
              </a:defRPr>
            </a:lvl2pPr>
            <a:lvl3pPr>
              <a:defRPr sz="2100" b="0">
                <a:solidFill>
                  <a:srgbClr val="52616A"/>
                </a:solidFill>
                <a:latin typeface="DejaVu Sans"/>
                <a:ea typeface="DejaVu Sans"/>
                <a:cs typeface="DejaVu Sans"/>
              </a:defRPr>
            </a:lvl3pPr>
            <a:lvl4pPr>
              <a:defRPr sz="2100" b="0">
                <a:solidFill>
                  <a:srgbClr val="52616A"/>
                </a:solidFill>
                <a:latin typeface="DejaVu Sans"/>
                <a:ea typeface="DejaVu Sans"/>
                <a:cs typeface="DejaVu Sans"/>
              </a:defRPr>
            </a:lvl4pPr>
            <a:lvl5pPr>
              <a:defRPr sz="2100" b="0">
                <a:solidFill>
                  <a:srgbClr val="52616A"/>
                </a:solidFill>
                <a:latin typeface="DejaVu Sans"/>
                <a:ea typeface="DejaVu Sans"/>
                <a:cs typeface="DejaVu Sans"/>
              </a:defRPr>
            </a:lvl5pPr>
            <a:lvl6pPr>
              <a:defRPr sz="2100" b="0">
                <a:solidFill>
                  <a:srgbClr val="52616A"/>
                </a:solidFill>
                <a:latin typeface="DejaVu Sans"/>
                <a:ea typeface="DejaVu Sans"/>
                <a:cs typeface="DejaVu Sans"/>
              </a:defRPr>
            </a:lvl6pPr>
            <a:lvl7pPr>
              <a:defRPr sz="2100" b="0">
                <a:solidFill>
                  <a:srgbClr val="52616A"/>
                </a:solidFill>
                <a:latin typeface="DejaVu Sans"/>
                <a:ea typeface="DejaVu Sans"/>
                <a:cs typeface="DejaVu Sans"/>
              </a:defRPr>
            </a:lvl7pPr>
            <a:lvl8pPr>
              <a:defRPr sz="2100" b="0">
                <a:solidFill>
                  <a:srgbClr val="52616A"/>
                </a:solidFill>
                <a:latin typeface="DejaVu Sans"/>
                <a:ea typeface="DejaVu Sans"/>
                <a:cs typeface="DejaVu Sans"/>
              </a:defRPr>
            </a:lvl8pPr>
            <a:lvl9pPr>
              <a:defRPr sz="2100" b="0">
                <a:solidFill>
                  <a:srgbClr val="52616A"/>
                </a:solidFill>
                <a:latin typeface="DejaVu Sans"/>
                <a:ea typeface="DejaVu Sans"/>
                <a:cs typeface="DejaVu Sans"/>
              </a:defRPr>
            </a:lvl9pPr>
          </a:lstStyle>
          <a:p>
            <a:pPr>
              <a:defRPr sz="2100" b="0">
                <a:solidFill>
                  <a:srgbClr val="52616A"/>
                </a:solidFill>
                <a:latin typeface="DejaVu Sans"/>
                <a:ea typeface="DejaVu Sans"/>
                <a:cs typeface="DejaVu Sans"/>
              </a:defRPr>
            </a:pPr>
            <a:r>
              <a:rPr sz="2100" b="0">
                <a:solidFill>
                  <a:srgbClr val="52616A"/>
                </a:solidFill>
                <a:latin typeface="DejaVu Sans"/>
                <a:ea typeface="DejaVu Sans"/>
                <a:cs typeface="DejaVu Sans"/>
              </a:rPr>
              <a:t>Bài thêm: 125 phút là bao nhiêu giờ, bao nhiêu phút?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8F3"/>
        </a:solidFill>
      </p:bgPr>
    </p:bg>
    <p:spTree>
      <p:nvGrpSpPr>
        <p:cNvPr id="1" name=""/>
        <p:cNvGrpSpPr/>
        <p:nvPr/>
      </p:nvGrpSpPr>
      <p:grpSpPr bwMode="auto">
        <a:xfrm>
          <a:off x="0" y="0"/>
          <a:ext cx="0" cy="0"/>
          <a:chOff x="0" y="0"/>
          <a:chExt cx="0" cy="0"/>
        </a:xfrm>
      </p:grpSpPr>
      <p:sp>
        <p:nvSpPr>
          <p:cNvPr id="905452572" name="text-132"/>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Nộp chương trình lên GitHub</a:t>
            </a:r>
            <a:endParaRPr/>
          </a:p>
        </p:txBody>
      </p:sp>
      <p:sp>
        <p:nvSpPr>
          <p:cNvPr id="2058206306" name="text-133"/>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52616A"/>
                </a:solidFill>
                <a:latin typeface="DejaVu Sans"/>
                <a:ea typeface="DejaVu Sans"/>
                <a:cs typeface="DejaVu Sans"/>
              </a:defRPr>
            </a:defPPr>
            <a:lvl1pPr>
              <a:defRPr sz="1300" b="0">
                <a:solidFill>
                  <a:srgbClr val="52616A"/>
                </a:solidFill>
                <a:latin typeface="DejaVu Sans"/>
                <a:ea typeface="DejaVu Sans"/>
                <a:cs typeface="DejaVu Sans"/>
              </a:defRPr>
            </a:lvl1pPr>
            <a:lvl2pPr>
              <a:defRPr sz="1300" b="0">
                <a:solidFill>
                  <a:srgbClr val="52616A"/>
                </a:solidFill>
                <a:latin typeface="DejaVu Sans"/>
                <a:ea typeface="DejaVu Sans"/>
                <a:cs typeface="DejaVu Sans"/>
              </a:defRPr>
            </a:lvl2pPr>
            <a:lvl3pPr>
              <a:defRPr sz="1300" b="0">
                <a:solidFill>
                  <a:srgbClr val="52616A"/>
                </a:solidFill>
                <a:latin typeface="DejaVu Sans"/>
                <a:ea typeface="DejaVu Sans"/>
                <a:cs typeface="DejaVu Sans"/>
              </a:defRPr>
            </a:lvl3pPr>
            <a:lvl4pPr>
              <a:defRPr sz="1300" b="0">
                <a:solidFill>
                  <a:srgbClr val="52616A"/>
                </a:solidFill>
                <a:latin typeface="DejaVu Sans"/>
                <a:ea typeface="DejaVu Sans"/>
                <a:cs typeface="DejaVu Sans"/>
              </a:defRPr>
            </a:lvl4pPr>
            <a:lvl5pPr>
              <a:defRPr sz="1300" b="0">
                <a:solidFill>
                  <a:srgbClr val="52616A"/>
                </a:solidFill>
                <a:latin typeface="DejaVu Sans"/>
                <a:ea typeface="DejaVu Sans"/>
                <a:cs typeface="DejaVu Sans"/>
              </a:defRPr>
            </a:lvl5pPr>
            <a:lvl6pPr>
              <a:defRPr sz="1300" b="0">
                <a:solidFill>
                  <a:srgbClr val="52616A"/>
                </a:solidFill>
                <a:latin typeface="DejaVu Sans"/>
                <a:ea typeface="DejaVu Sans"/>
                <a:cs typeface="DejaVu Sans"/>
              </a:defRPr>
            </a:lvl6pPr>
            <a:lvl7pPr>
              <a:defRPr sz="1300" b="0">
                <a:solidFill>
                  <a:srgbClr val="52616A"/>
                </a:solidFill>
                <a:latin typeface="DejaVu Sans"/>
                <a:ea typeface="DejaVu Sans"/>
                <a:cs typeface="DejaVu Sans"/>
              </a:defRPr>
            </a:lvl7pPr>
            <a:lvl8pPr>
              <a:defRPr sz="1300" b="0">
                <a:solidFill>
                  <a:srgbClr val="52616A"/>
                </a:solidFill>
                <a:latin typeface="DejaVu Sans"/>
                <a:ea typeface="DejaVu Sans"/>
                <a:cs typeface="DejaVu Sans"/>
              </a:defRPr>
            </a:lvl8pPr>
            <a:lvl9pPr>
              <a:defRPr sz="1300" b="0">
                <a:solidFill>
                  <a:srgbClr val="52616A"/>
                </a:solidFill>
                <a:latin typeface="DejaVu Sans"/>
                <a:ea typeface="DejaVu Sans"/>
                <a:cs typeface="DejaVu Sans"/>
              </a:defRPr>
            </a:lvl9pPr>
          </a:lstStyle>
          <a:p>
            <a:pPr>
              <a:defRPr sz="1300" b="0">
                <a:solidFill>
                  <a:srgbClr val="52616A"/>
                </a:solidFill>
                <a:latin typeface="DejaVu Sans"/>
                <a:ea typeface="DejaVu Sans"/>
                <a:cs typeface="DejaVu Sans"/>
              </a:defRPr>
            </a:pPr>
            <a:r>
              <a:rPr sz="1300" b="0">
                <a:solidFill>
                  <a:srgbClr val="52616A"/>
                </a:solidFill>
                <a:latin typeface="DejaVu Sans"/>
                <a:ea typeface="DejaVu Sans"/>
                <a:cs typeface="DejaVu Sans"/>
              </a:rPr>
              <a:t>19</a:t>
            </a:r>
            <a:endParaRPr/>
          </a:p>
        </p:txBody>
      </p:sp>
      <p:sp>
        <p:nvSpPr>
          <p:cNvPr id="77692406" name="surface-134"/>
          <p:cNvSpPr>
            <a:spLocks noGrp="1"/>
          </p:cNvSpPr>
          <p:nvPr/>
        </p:nvSpPr>
        <p:spPr bwMode="auto">
          <a:xfrm>
            <a:off x="647700" y="1714500"/>
            <a:ext cx="10858500" cy="3095625"/>
          </a:xfrm>
          <a:prstGeom prst="rect">
            <a:avLst/>
          </a:prstGeom>
          <a:solidFill>
            <a:srgbClr val="152B37"/>
          </a:solidFill>
          <a:ln w="0">
            <a:noFill/>
            <a:prstDash val="solid"/>
          </a:ln>
        </p:spPr>
      </p:sp>
      <p:sp>
        <p:nvSpPr>
          <p:cNvPr id="1438251147" name="text-135"/>
          <p:cNvSpPr>
            <a:spLocks noGrp="1"/>
          </p:cNvSpPr>
          <p:nvPr/>
        </p:nvSpPr>
        <p:spPr bwMode="auto">
          <a:xfrm>
            <a:off x="895350" y="1905000"/>
            <a:ext cx="10363200" cy="542925"/>
          </a:xfrm>
          <a:prstGeom prst="rect">
            <a:avLst/>
          </a:prstGeom>
          <a:noFill/>
          <a:ln w="0">
            <a:noFill/>
            <a:prstDash val="solid"/>
          </a:ln>
        </p:spPr>
        <p:txBody>
          <a:bodyPr wrap="square" lIns="0" tIns="0" rIns="0" bIns="0">
            <a:noAutofit/>
          </a:bodyPr>
          <a:lstStyle>
            <a:defPPr>
              <a:defRPr sz="2250" b="0">
                <a:solidFill>
                  <a:srgbClr val="FFFFFF"/>
                </a:solidFill>
                <a:latin typeface="DejaVu Sans Mono"/>
                <a:ea typeface="DejaVu Sans Mono"/>
                <a:cs typeface="DejaVu Sans Mono"/>
              </a:defRPr>
            </a:defPPr>
            <a:lvl1pPr>
              <a:defRPr sz="2250" b="0">
                <a:solidFill>
                  <a:srgbClr val="FFFFFF"/>
                </a:solidFill>
                <a:latin typeface="DejaVu Sans Mono"/>
                <a:ea typeface="DejaVu Sans Mono"/>
                <a:cs typeface="DejaVu Sans Mono"/>
              </a:defRPr>
            </a:lvl1pPr>
            <a:lvl2pPr>
              <a:defRPr sz="2250" b="0">
                <a:solidFill>
                  <a:srgbClr val="FFFFFF"/>
                </a:solidFill>
                <a:latin typeface="DejaVu Sans Mono"/>
                <a:ea typeface="DejaVu Sans Mono"/>
                <a:cs typeface="DejaVu Sans Mono"/>
              </a:defRPr>
            </a:lvl2pPr>
            <a:lvl3pPr>
              <a:defRPr sz="2250" b="0">
                <a:solidFill>
                  <a:srgbClr val="FFFFFF"/>
                </a:solidFill>
                <a:latin typeface="DejaVu Sans Mono"/>
                <a:ea typeface="DejaVu Sans Mono"/>
                <a:cs typeface="DejaVu Sans Mono"/>
              </a:defRPr>
            </a:lvl3pPr>
            <a:lvl4pPr>
              <a:defRPr sz="2250" b="0">
                <a:solidFill>
                  <a:srgbClr val="FFFFFF"/>
                </a:solidFill>
                <a:latin typeface="DejaVu Sans Mono"/>
                <a:ea typeface="DejaVu Sans Mono"/>
                <a:cs typeface="DejaVu Sans Mono"/>
              </a:defRPr>
            </a:lvl4pPr>
            <a:lvl5pPr>
              <a:defRPr sz="2250" b="0">
                <a:solidFill>
                  <a:srgbClr val="FFFFFF"/>
                </a:solidFill>
                <a:latin typeface="DejaVu Sans Mono"/>
                <a:ea typeface="DejaVu Sans Mono"/>
                <a:cs typeface="DejaVu Sans Mono"/>
              </a:defRPr>
            </a:lvl5pPr>
            <a:lvl6pPr>
              <a:defRPr sz="2250" b="0">
                <a:solidFill>
                  <a:srgbClr val="FFFFFF"/>
                </a:solidFill>
                <a:latin typeface="DejaVu Sans Mono"/>
                <a:ea typeface="DejaVu Sans Mono"/>
                <a:cs typeface="DejaVu Sans Mono"/>
              </a:defRPr>
            </a:lvl6pPr>
            <a:lvl7pPr>
              <a:defRPr sz="2250" b="0">
                <a:solidFill>
                  <a:srgbClr val="FFFFFF"/>
                </a:solidFill>
                <a:latin typeface="DejaVu Sans Mono"/>
                <a:ea typeface="DejaVu Sans Mono"/>
                <a:cs typeface="DejaVu Sans Mono"/>
              </a:defRPr>
            </a:lvl7pPr>
            <a:lvl8pPr>
              <a:defRPr sz="2250" b="0">
                <a:solidFill>
                  <a:srgbClr val="FFFFFF"/>
                </a:solidFill>
                <a:latin typeface="DejaVu Sans Mono"/>
                <a:ea typeface="DejaVu Sans Mono"/>
                <a:cs typeface="DejaVu Sans Mono"/>
              </a:defRPr>
            </a:lvl8pPr>
            <a:lvl9pPr>
              <a:defRPr sz="2250" b="0">
                <a:solidFill>
                  <a:srgbClr val="FFFFFF"/>
                </a:solidFill>
                <a:latin typeface="DejaVu Sans Mono"/>
                <a:ea typeface="DejaVu Sans Mono"/>
                <a:cs typeface="DejaVu Sans Mono"/>
              </a:defRPr>
            </a:lvl9pPr>
          </a:lstStyle>
          <a:p>
            <a:pPr>
              <a:defRPr sz="2250" b="0">
                <a:solidFill>
                  <a:srgbClr val="FFFFFF"/>
                </a:solidFill>
                <a:latin typeface="DejaVu Sans Mono"/>
                <a:ea typeface="DejaVu Sans Mono"/>
                <a:cs typeface="DejaVu Sans Mono"/>
              </a:defRPr>
            </a:pPr>
            <a:r>
              <a:rPr sz="2250" b="0">
                <a:solidFill>
                  <a:srgbClr val="FFFFFF"/>
                </a:solidFill>
                <a:latin typeface="DejaVu Sans Mono"/>
                <a:ea typeface="DejaVu Sans Mono"/>
                <a:cs typeface="DejaVu Sans Mono"/>
              </a:rPr>
              <a:t>python buoi_01/hello.py</a:t>
            </a:r>
            <a:endParaRPr/>
          </a:p>
        </p:txBody>
      </p:sp>
      <p:sp>
        <p:nvSpPr>
          <p:cNvPr id="944033450" name="text-136"/>
          <p:cNvSpPr>
            <a:spLocks noGrp="1"/>
          </p:cNvSpPr>
          <p:nvPr/>
        </p:nvSpPr>
        <p:spPr bwMode="auto">
          <a:xfrm>
            <a:off x="895350" y="2447925"/>
            <a:ext cx="10363200" cy="542925"/>
          </a:xfrm>
          <a:prstGeom prst="rect">
            <a:avLst/>
          </a:prstGeom>
          <a:noFill/>
          <a:ln w="0">
            <a:noFill/>
            <a:prstDash val="solid"/>
          </a:ln>
        </p:spPr>
        <p:txBody>
          <a:bodyPr wrap="square" lIns="0" tIns="0" rIns="0" bIns="0">
            <a:noAutofit/>
          </a:bodyPr>
          <a:lstStyle>
            <a:defPPr>
              <a:defRPr sz="2250" b="0">
                <a:solidFill>
                  <a:srgbClr val="FFFFFF"/>
                </a:solidFill>
                <a:latin typeface="DejaVu Sans Mono"/>
                <a:ea typeface="DejaVu Sans Mono"/>
                <a:cs typeface="DejaVu Sans Mono"/>
              </a:defRPr>
            </a:defPPr>
            <a:lvl1pPr>
              <a:defRPr sz="2250" b="0">
                <a:solidFill>
                  <a:srgbClr val="FFFFFF"/>
                </a:solidFill>
                <a:latin typeface="DejaVu Sans Mono"/>
                <a:ea typeface="DejaVu Sans Mono"/>
                <a:cs typeface="DejaVu Sans Mono"/>
              </a:defRPr>
            </a:lvl1pPr>
            <a:lvl2pPr>
              <a:defRPr sz="2250" b="0">
                <a:solidFill>
                  <a:srgbClr val="FFFFFF"/>
                </a:solidFill>
                <a:latin typeface="DejaVu Sans Mono"/>
                <a:ea typeface="DejaVu Sans Mono"/>
                <a:cs typeface="DejaVu Sans Mono"/>
              </a:defRPr>
            </a:lvl2pPr>
            <a:lvl3pPr>
              <a:defRPr sz="2250" b="0">
                <a:solidFill>
                  <a:srgbClr val="FFFFFF"/>
                </a:solidFill>
                <a:latin typeface="DejaVu Sans Mono"/>
                <a:ea typeface="DejaVu Sans Mono"/>
                <a:cs typeface="DejaVu Sans Mono"/>
              </a:defRPr>
            </a:lvl3pPr>
            <a:lvl4pPr>
              <a:defRPr sz="2250" b="0">
                <a:solidFill>
                  <a:srgbClr val="FFFFFF"/>
                </a:solidFill>
                <a:latin typeface="DejaVu Sans Mono"/>
                <a:ea typeface="DejaVu Sans Mono"/>
                <a:cs typeface="DejaVu Sans Mono"/>
              </a:defRPr>
            </a:lvl4pPr>
            <a:lvl5pPr>
              <a:defRPr sz="2250" b="0">
                <a:solidFill>
                  <a:srgbClr val="FFFFFF"/>
                </a:solidFill>
                <a:latin typeface="DejaVu Sans Mono"/>
                <a:ea typeface="DejaVu Sans Mono"/>
                <a:cs typeface="DejaVu Sans Mono"/>
              </a:defRPr>
            </a:lvl5pPr>
            <a:lvl6pPr>
              <a:defRPr sz="2250" b="0">
                <a:solidFill>
                  <a:srgbClr val="FFFFFF"/>
                </a:solidFill>
                <a:latin typeface="DejaVu Sans Mono"/>
                <a:ea typeface="DejaVu Sans Mono"/>
                <a:cs typeface="DejaVu Sans Mono"/>
              </a:defRPr>
            </a:lvl6pPr>
            <a:lvl7pPr>
              <a:defRPr sz="2250" b="0">
                <a:solidFill>
                  <a:srgbClr val="FFFFFF"/>
                </a:solidFill>
                <a:latin typeface="DejaVu Sans Mono"/>
                <a:ea typeface="DejaVu Sans Mono"/>
                <a:cs typeface="DejaVu Sans Mono"/>
              </a:defRPr>
            </a:lvl7pPr>
            <a:lvl8pPr>
              <a:defRPr sz="2250" b="0">
                <a:solidFill>
                  <a:srgbClr val="FFFFFF"/>
                </a:solidFill>
                <a:latin typeface="DejaVu Sans Mono"/>
                <a:ea typeface="DejaVu Sans Mono"/>
                <a:cs typeface="DejaVu Sans Mono"/>
              </a:defRPr>
            </a:lvl8pPr>
            <a:lvl9pPr>
              <a:defRPr sz="2250" b="0">
                <a:solidFill>
                  <a:srgbClr val="FFFFFF"/>
                </a:solidFill>
                <a:latin typeface="DejaVu Sans Mono"/>
                <a:ea typeface="DejaVu Sans Mono"/>
                <a:cs typeface="DejaVu Sans Mono"/>
              </a:defRPr>
            </a:lvl9pPr>
          </a:lstStyle>
          <a:p>
            <a:pPr>
              <a:defRPr sz="2250" b="0">
                <a:solidFill>
                  <a:srgbClr val="FFFFFF"/>
                </a:solidFill>
                <a:latin typeface="DejaVu Sans Mono"/>
                <a:ea typeface="DejaVu Sans Mono"/>
                <a:cs typeface="DejaVu Sans Mono"/>
              </a:defRPr>
            </a:pPr>
            <a:r>
              <a:rPr sz="2250" b="0">
                <a:solidFill>
                  <a:srgbClr val="FFFFFF"/>
                </a:solidFill>
                <a:latin typeface="DejaVu Sans Mono"/>
                <a:ea typeface="DejaVu Sans Mono"/>
                <a:cs typeface="DejaVu Sans Mono"/>
              </a:rPr>
              <a:t>git status</a:t>
            </a:r>
            <a:endParaRPr/>
          </a:p>
        </p:txBody>
      </p:sp>
      <p:sp>
        <p:nvSpPr>
          <p:cNvPr id="1602815331" name="text-137"/>
          <p:cNvSpPr>
            <a:spLocks noGrp="1"/>
          </p:cNvSpPr>
          <p:nvPr/>
        </p:nvSpPr>
        <p:spPr bwMode="auto">
          <a:xfrm>
            <a:off x="895350" y="2990850"/>
            <a:ext cx="10363200" cy="542925"/>
          </a:xfrm>
          <a:prstGeom prst="rect">
            <a:avLst/>
          </a:prstGeom>
          <a:noFill/>
          <a:ln w="0">
            <a:noFill/>
            <a:prstDash val="solid"/>
          </a:ln>
        </p:spPr>
        <p:txBody>
          <a:bodyPr wrap="square" lIns="0" tIns="0" rIns="0" bIns="0">
            <a:noAutofit/>
          </a:bodyPr>
          <a:lstStyle>
            <a:defPPr>
              <a:defRPr sz="2250" b="0">
                <a:solidFill>
                  <a:srgbClr val="FFFFFF"/>
                </a:solidFill>
                <a:latin typeface="DejaVu Sans Mono"/>
                <a:ea typeface="DejaVu Sans Mono"/>
                <a:cs typeface="DejaVu Sans Mono"/>
              </a:defRPr>
            </a:defPPr>
            <a:lvl1pPr>
              <a:defRPr sz="2250" b="0">
                <a:solidFill>
                  <a:srgbClr val="FFFFFF"/>
                </a:solidFill>
                <a:latin typeface="DejaVu Sans Mono"/>
                <a:ea typeface="DejaVu Sans Mono"/>
                <a:cs typeface="DejaVu Sans Mono"/>
              </a:defRPr>
            </a:lvl1pPr>
            <a:lvl2pPr>
              <a:defRPr sz="2250" b="0">
                <a:solidFill>
                  <a:srgbClr val="FFFFFF"/>
                </a:solidFill>
                <a:latin typeface="DejaVu Sans Mono"/>
                <a:ea typeface="DejaVu Sans Mono"/>
                <a:cs typeface="DejaVu Sans Mono"/>
              </a:defRPr>
            </a:lvl2pPr>
            <a:lvl3pPr>
              <a:defRPr sz="2250" b="0">
                <a:solidFill>
                  <a:srgbClr val="FFFFFF"/>
                </a:solidFill>
                <a:latin typeface="DejaVu Sans Mono"/>
                <a:ea typeface="DejaVu Sans Mono"/>
                <a:cs typeface="DejaVu Sans Mono"/>
              </a:defRPr>
            </a:lvl3pPr>
            <a:lvl4pPr>
              <a:defRPr sz="2250" b="0">
                <a:solidFill>
                  <a:srgbClr val="FFFFFF"/>
                </a:solidFill>
                <a:latin typeface="DejaVu Sans Mono"/>
                <a:ea typeface="DejaVu Sans Mono"/>
                <a:cs typeface="DejaVu Sans Mono"/>
              </a:defRPr>
            </a:lvl4pPr>
            <a:lvl5pPr>
              <a:defRPr sz="2250" b="0">
                <a:solidFill>
                  <a:srgbClr val="FFFFFF"/>
                </a:solidFill>
                <a:latin typeface="DejaVu Sans Mono"/>
                <a:ea typeface="DejaVu Sans Mono"/>
                <a:cs typeface="DejaVu Sans Mono"/>
              </a:defRPr>
            </a:lvl5pPr>
            <a:lvl6pPr>
              <a:defRPr sz="2250" b="0">
                <a:solidFill>
                  <a:srgbClr val="FFFFFF"/>
                </a:solidFill>
                <a:latin typeface="DejaVu Sans Mono"/>
                <a:ea typeface="DejaVu Sans Mono"/>
                <a:cs typeface="DejaVu Sans Mono"/>
              </a:defRPr>
            </a:lvl6pPr>
            <a:lvl7pPr>
              <a:defRPr sz="2250" b="0">
                <a:solidFill>
                  <a:srgbClr val="FFFFFF"/>
                </a:solidFill>
                <a:latin typeface="DejaVu Sans Mono"/>
                <a:ea typeface="DejaVu Sans Mono"/>
                <a:cs typeface="DejaVu Sans Mono"/>
              </a:defRPr>
            </a:lvl7pPr>
            <a:lvl8pPr>
              <a:defRPr sz="2250" b="0">
                <a:solidFill>
                  <a:srgbClr val="FFFFFF"/>
                </a:solidFill>
                <a:latin typeface="DejaVu Sans Mono"/>
                <a:ea typeface="DejaVu Sans Mono"/>
                <a:cs typeface="DejaVu Sans Mono"/>
              </a:defRPr>
            </a:lvl8pPr>
            <a:lvl9pPr>
              <a:defRPr sz="2250" b="0">
                <a:solidFill>
                  <a:srgbClr val="FFFFFF"/>
                </a:solidFill>
                <a:latin typeface="DejaVu Sans Mono"/>
                <a:ea typeface="DejaVu Sans Mono"/>
                <a:cs typeface="DejaVu Sans Mono"/>
              </a:defRPr>
            </a:lvl9pPr>
          </a:lstStyle>
          <a:p>
            <a:pPr>
              <a:defRPr sz="2250" b="0">
                <a:solidFill>
                  <a:srgbClr val="FFFFFF"/>
                </a:solidFill>
                <a:latin typeface="DejaVu Sans Mono"/>
                <a:ea typeface="DejaVu Sans Mono"/>
                <a:cs typeface="DejaVu Sans Mono"/>
              </a:defRPr>
            </a:pPr>
            <a:r>
              <a:rPr sz="2250" b="0">
                <a:solidFill>
                  <a:srgbClr val="FFFFFF"/>
                </a:solidFill>
                <a:latin typeface="DejaVu Sans Mono"/>
                <a:ea typeface="DejaVu Sans Mono"/>
                <a:cs typeface="DejaVu Sans Mono"/>
              </a:rPr>
              <a:t>git add buoi_01/hello.py</a:t>
            </a:r>
            <a:endParaRPr/>
          </a:p>
        </p:txBody>
      </p:sp>
      <p:sp>
        <p:nvSpPr>
          <p:cNvPr id="607590865" name="text-138"/>
          <p:cNvSpPr>
            <a:spLocks noGrp="1"/>
          </p:cNvSpPr>
          <p:nvPr/>
        </p:nvSpPr>
        <p:spPr bwMode="auto">
          <a:xfrm>
            <a:off x="895350" y="3533775"/>
            <a:ext cx="10363200" cy="542925"/>
          </a:xfrm>
          <a:prstGeom prst="rect">
            <a:avLst/>
          </a:prstGeom>
          <a:noFill/>
          <a:ln w="0">
            <a:noFill/>
            <a:prstDash val="solid"/>
          </a:ln>
        </p:spPr>
        <p:txBody>
          <a:bodyPr wrap="square" lIns="0" tIns="0" rIns="0" bIns="0">
            <a:noAutofit/>
          </a:bodyPr>
          <a:lstStyle>
            <a:defPPr>
              <a:defRPr sz="2250" b="0">
                <a:solidFill>
                  <a:srgbClr val="FFFFFF"/>
                </a:solidFill>
                <a:latin typeface="DejaVu Sans Mono"/>
                <a:ea typeface="DejaVu Sans Mono"/>
                <a:cs typeface="DejaVu Sans Mono"/>
              </a:defRPr>
            </a:defPPr>
            <a:lvl1pPr>
              <a:defRPr sz="2250" b="0">
                <a:solidFill>
                  <a:srgbClr val="FFFFFF"/>
                </a:solidFill>
                <a:latin typeface="DejaVu Sans Mono"/>
                <a:ea typeface="DejaVu Sans Mono"/>
                <a:cs typeface="DejaVu Sans Mono"/>
              </a:defRPr>
            </a:lvl1pPr>
            <a:lvl2pPr>
              <a:defRPr sz="2250" b="0">
                <a:solidFill>
                  <a:srgbClr val="FFFFFF"/>
                </a:solidFill>
                <a:latin typeface="DejaVu Sans Mono"/>
                <a:ea typeface="DejaVu Sans Mono"/>
                <a:cs typeface="DejaVu Sans Mono"/>
              </a:defRPr>
            </a:lvl2pPr>
            <a:lvl3pPr>
              <a:defRPr sz="2250" b="0">
                <a:solidFill>
                  <a:srgbClr val="FFFFFF"/>
                </a:solidFill>
                <a:latin typeface="DejaVu Sans Mono"/>
                <a:ea typeface="DejaVu Sans Mono"/>
                <a:cs typeface="DejaVu Sans Mono"/>
              </a:defRPr>
            </a:lvl3pPr>
            <a:lvl4pPr>
              <a:defRPr sz="2250" b="0">
                <a:solidFill>
                  <a:srgbClr val="FFFFFF"/>
                </a:solidFill>
                <a:latin typeface="DejaVu Sans Mono"/>
                <a:ea typeface="DejaVu Sans Mono"/>
                <a:cs typeface="DejaVu Sans Mono"/>
              </a:defRPr>
            </a:lvl4pPr>
            <a:lvl5pPr>
              <a:defRPr sz="2250" b="0">
                <a:solidFill>
                  <a:srgbClr val="FFFFFF"/>
                </a:solidFill>
                <a:latin typeface="DejaVu Sans Mono"/>
                <a:ea typeface="DejaVu Sans Mono"/>
                <a:cs typeface="DejaVu Sans Mono"/>
              </a:defRPr>
            </a:lvl5pPr>
            <a:lvl6pPr>
              <a:defRPr sz="2250" b="0">
                <a:solidFill>
                  <a:srgbClr val="FFFFFF"/>
                </a:solidFill>
                <a:latin typeface="DejaVu Sans Mono"/>
                <a:ea typeface="DejaVu Sans Mono"/>
                <a:cs typeface="DejaVu Sans Mono"/>
              </a:defRPr>
            </a:lvl6pPr>
            <a:lvl7pPr>
              <a:defRPr sz="2250" b="0">
                <a:solidFill>
                  <a:srgbClr val="FFFFFF"/>
                </a:solidFill>
                <a:latin typeface="DejaVu Sans Mono"/>
                <a:ea typeface="DejaVu Sans Mono"/>
                <a:cs typeface="DejaVu Sans Mono"/>
              </a:defRPr>
            </a:lvl7pPr>
            <a:lvl8pPr>
              <a:defRPr sz="2250" b="0">
                <a:solidFill>
                  <a:srgbClr val="FFFFFF"/>
                </a:solidFill>
                <a:latin typeface="DejaVu Sans Mono"/>
                <a:ea typeface="DejaVu Sans Mono"/>
                <a:cs typeface="DejaVu Sans Mono"/>
              </a:defRPr>
            </a:lvl8pPr>
            <a:lvl9pPr>
              <a:defRPr sz="2250" b="0">
                <a:solidFill>
                  <a:srgbClr val="FFFFFF"/>
                </a:solidFill>
                <a:latin typeface="DejaVu Sans Mono"/>
                <a:ea typeface="DejaVu Sans Mono"/>
                <a:cs typeface="DejaVu Sans Mono"/>
              </a:defRPr>
            </a:lvl9pPr>
          </a:lstStyle>
          <a:p>
            <a:pPr>
              <a:defRPr sz="2250" b="0">
                <a:solidFill>
                  <a:srgbClr val="FFFFFF"/>
                </a:solidFill>
                <a:latin typeface="DejaVu Sans Mono"/>
                <a:ea typeface="DejaVu Sans Mono"/>
                <a:cs typeface="DejaVu Sans Mono"/>
              </a:defRPr>
            </a:pPr>
            <a:r>
              <a:rPr sz="2250" b="0">
                <a:solidFill>
                  <a:srgbClr val="FFFFFF"/>
                </a:solidFill>
                <a:latin typeface="DejaVu Sans Mono"/>
                <a:ea typeface="DejaVu Sans Mono"/>
                <a:cs typeface="DejaVu Sans Mono"/>
              </a:rPr>
              <a:t>git commit -m "Complete lesson 01"</a:t>
            </a:r>
            <a:endParaRPr/>
          </a:p>
        </p:txBody>
      </p:sp>
      <p:sp>
        <p:nvSpPr>
          <p:cNvPr id="330194043" name="text-139"/>
          <p:cNvSpPr>
            <a:spLocks noGrp="1"/>
          </p:cNvSpPr>
          <p:nvPr/>
        </p:nvSpPr>
        <p:spPr bwMode="auto">
          <a:xfrm>
            <a:off x="895350" y="4076699"/>
            <a:ext cx="10363200" cy="542925"/>
          </a:xfrm>
          <a:prstGeom prst="rect">
            <a:avLst/>
          </a:prstGeom>
          <a:noFill/>
          <a:ln w="0">
            <a:noFill/>
            <a:prstDash val="solid"/>
          </a:ln>
        </p:spPr>
        <p:txBody>
          <a:bodyPr wrap="square" lIns="0" tIns="0" rIns="0" bIns="0">
            <a:noAutofit/>
          </a:bodyPr>
          <a:lstStyle>
            <a:defPPr>
              <a:defRPr sz="2250" b="0">
                <a:solidFill>
                  <a:srgbClr val="FFFFFF"/>
                </a:solidFill>
                <a:latin typeface="DejaVu Sans Mono"/>
                <a:ea typeface="DejaVu Sans Mono"/>
                <a:cs typeface="DejaVu Sans Mono"/>
              </a:defRPr>
            </a:defPPr>
            <a:lvl1pPr>
              <a:defRPr sz="2250" b="0">
                <a:solidFill>
                  <a:srgbClr val="FFFFFF"/>
                </a:solidFill>
                <a:latin typeface="DejaVu Sans Mono"/>
                <a:ea typeface="DejaVu Sans Mono"/>
                <a:cs typeface="DejaVu Sans Mono"/>
              </a:defRPr>
            </a:lvl1pPr>
            <a:lvl2pPr>
              <a:defRPr sz="2250" b="0">
                <a:solidFill>
                  <a:srgbClr val="FFFFFF"/>
                </a:solidFill>
                <a:latin typeface="DejaVu Sans Mono"/>
                <a:ea typeface="DejaVu Sans Mono"/>
                <a:cs typeface="DejaVu Sans Mono"/>
              </a:defRPr>
            </a:lvl2pPr>
            <a:lvl3pPr>
              <a:defRPr sz="2250" b="0">
                <a:solidFill>
                  <a:srgbClr val="FFFFFF"/>
                </a:solidFill>
                <a:latin typeface="DejaVu Sans Mono"/>
                <a:ea typeface="DejaVu Sans Mono"/>
                <a:cs typeface="DejaVu Sans Mono"/>
              </a:defRPr>
            </a:lvl3pPr>
            <a:lvl4pPr>
              <a:defRPr sz="2250" b="0">
                <a:solidFill>
                  <a:srgbClr val="FFFFFF"/>
                </a:solidFill>
                <a:latin typeface="DejaVu Sans Mono"/>
                <a:ea typeface="DejaVu Sans Mono"/>
                <a:cs typeface="DejaVu Sans Mono"/>
              </a:defRPr>
            </a:lvl4pPr>
            <a:lvl5pPr>
              <a:defRPr sz="2250" b="0">
                <a:solidFill>
                  <a:srgbClr val="FFFFFF"/>
                </a:solidFill>
                <a:latin typeface="DejaVu Sans Mono"/>
                <a:ea typeface="DejaVu Sans Mono"/>
                <a:cs typeface="DejaVu Sans Mono"/>
              </a:defRPr>
            </a:lvl5pPr>
            <a:lvl6pPr>
              <a:defRPr sz="2250" b="0">
                <a:solidFill>
                  <a:srgbClr val="FFFFFF"/>
                </a:solidFill>
                <a:latin typeface="DejaVu Sans Mono"/>
                <a:ea typeface="DejaVu Sans Mono"/>
                <a:cs typeface="DejaVu Sans Mono"/>
              </a:defRPr>
            </a:lvl6pPr>
            <a:lvl7pPr>
              <a:defRPr sz="2250" b="0">
                <a:solidFill>
                  <a:srgbClr val="FFFFFF"/>
                </a:solidFill>
                <a:latin typeface="DejaVu Sans Mono"/>
                <a:ea typeface="DejaVu Sans Mono"/>
                <a:cs typeface="DejaVu Sans Mono"/>
              </a:defRPr>
            </a:lvl7pPr>
            <a:lvl8pPr>
              <a:defRPr sz="2250" b="0">
                <a:solidFill>
                  <a:srgbClr val="FFFFFF"/>
                </a:solidFill>
                <a:latin typeface="DejaVu Sans Mono"/>
                <a:ea typeface="DejaVu Sans Mono"/>
                <a:cs typeface="DejaVu Sans Mono"/>
              </a:defRPr>
            </a:lvl8pPr>
            <a:lvl9pPr>
              <a:defRPr sz="2250" b="0">
                <a:solidFill>
                  <a:srgbClr val="FFFFFF"/>
                </a:solidFill>
                <a:latin typeface="DejaVu Sans Mono"/>
                <a:ea typeface="DejaVu Sans Mono"/>
                <a:cs typeface="DejaVu Sans Mono"/>
              </a:defRPr>
            </a:lvl9pPr>
          </a:lstStyle>
          <a:p>
            <a:pPr>
              <a:defRPr sz="2250" b="0">
                <a:solidFill>
                  <a:srgbClr val="FFFFFF"/>
                </a:solidFill>
                <a:latin typeface="DejaVu Sans Mono"/>
                <a:ea typeface="DejaVu Sans Mono"/>
                <a:cs typeface="DejaVu Sans Mono"/>
              </a:defRPr>
            </a:pPr>
            <a:r>
              <a:rPr sz="2250" b="0">
                <a:solidFill>
                  <a:srgbClr val="FFFFFF"/>
                </a:solidFill>
                <a:latin typeface="DejaVu Sans Mono"/>
                <a:ea typeface="DejaVu Sans Mono"/>
                <a:cs typeface="DejaVu Sans Mono"/>
              </a:rPr>
              <a:t>git push</a:t>
            </a:r>
            <a:endParaRPr/>
          </a:p>
        </p:txBody>
      </p:sp>
      <p:sp>
        <p:nvSpPr>
          <p:cNvPr id="473142481" name="text-140"/>
          <p:cNvSpPr>
            <a:spLocks noGrp="1"/>
          </p:cNvSpPr>
          <p:nvPr/>
        </p:nvSpPr>
        <p:spPr bwMode="auto">
          <a:xfrm>
            <a:off x="647700" y="5676900"/>
            <a:ext cx="10858500" cy="590549"/>
          </a:xfrm>
          <a:prstGeom prst="rect">
            <a:avLst/>
          </a:prstGeom>
          <a:noFill/>
          <a:ln w="0">
            <a:noFill/>
            <a:prstDash val="solid"/>
          </a:ln>
        </p:spPr>
        <p:txBody>
          <a:bodyPr wrap="square" lIns="0" tIns="0" rIns="0" bIns="0">
            <a:noAutofit/>
          </a:bodyPr>
          <a:lstStyle>
            <a:defPPr>
              <a:defRPr sz="2250" b="1">
                <a:solidFill>
                  <a:srgbClr val="D45B2C"/>
                </a:solidFill>
                <a:latin typeface="DejaVu Sans"/>
                <a:ea typeface="DejaVu Sans"/>
                <a:cs typeface="DejaVu Sans"/>
              </a:defRPr>
            </a:defPPr>
            <a:lvl1pPr>
              <a:defRPr sz="2250" b="1">
                <a:solidFill>
                  <a:srgbClr val="D45B2C"/>
                </a:solidFill>
                <a:latin typeface="DejaVu Sans"/>
                <a:ea typeface="DejaVu Sans"/>
                <a:cs typeface="DejaVu Sans"/>
              </a:defRPr>
            </a:lvl1pPr>
            <a:lvl2pPr>
              <a:defRPr sz="2250" b="1">
                <a:solidFill>
                  <a:srgbClr val="D45B2C"/>
                </a:solidFill>
                <a:latin typeface="DejaVu Sans"/>
                <a:ea typeface="DejaVu Sans"/>
                <a:cs typeface="DejaVu Sans"/>
              </a:defRPr>
            </a:lvl2pPr>
            <a:lvl3pPr>
              <a:defRPr sz="2250" b="1">
                <a:solidFill>
                  <a:srgbClr val="D45B2C"/>
                </a:solidFill>
                <a:latin typeface="DejaVu Sans"/>
                <a:ea typeface="DejaVu Sans"/>
                <a:cs typeface="DejaVu Sans"/>
              </a:defRPr>
            </a:lvl3pPr>
            <a:lvl4pPr>
              <a:defRPr sz="2250" b="1">
                <a:solidFill>
                  <a:srgbClr val="D45B2C"/>
                </a:solidFill>
                <a:latin typeface="DejaVu Sans"/>
                <a:ea typeface="DejaVu Sans"/>
                <a:cs typeface="DejaVu Sans"/>
              </a:defRPr>
            </a:lvl4pPr>
            <a:lvl5pPr>
              <a:defRPr sz="2250" b="1">
                <a:solidFill>
                  <a:srgbClr val="D45B2C"/>
                </a:solidFill>
                <a:latin typeface="DejaVu Sans"/>
                <a:ea typeface="DejaVu Sans"/>
                <a:cs typeface="DejaVu Sans"/>
              </a:defRPr>
            </a:lvl5pPr>
            <a:lvl6pPr>
              <a:defRPr sz="2250" b="1">
                <a:solidFill>
                  <a:srgbClr val="D45B2C"/>
                </a:solidFill>
                <a:latin typeface="DejaVu Sans"/>
                <a:ea typeface="DejaVu Sans"/>
                <a:cs typeface="DejaVu Sans"/>
              </a:defRPr>
            </a:lvl6pPr>
            <a:lvl7pPr>
              <a:defRPr sz="2250" b="1">
                <a:solidFill>
                  <a:srgbClr val="D45B2C"/>
                </a:solidFill>
                <a:latin typeface="DejaVu Sans"/>
                <a:ea typeface="DejaVu Sans"/>
                <a:cs typeface="DejaVu Sans"/>
              </a:defRPr>
            </a:lvl7pPr>
            <a:lvl8pPr>
              <a:defRPr sz="2250" b="1">
                <a:solidFill>
                  <a:srgbClr val="D45B2C"/>
                </a:solidFill>
                <a:latin typeface="DejaVu Sans"/>
                <a:ea typeface="DejaVu Sans"/>
                <a:cs typeface="DejaVu Sans"/>
              </a:defRPr>
            </a:lvl8pPr>
            <a:lvl9pPr>
              <a:defRPr sz="2250" b="1">
                <a:solidFill>
                  <a:srgbClr val="D45B2C"/>
                </a:solidFill>
                <a:latin typeface="DejaVu Sans"/>
                <a:ea typeface="DejaVu Sans"/>
                <a:cs typeface="DejaVu Sans"/>
              </a:defRPr>
            </a:lvl9pPr>
          </a:lstStyle>
          <a:p>
            <a:pPr>
              <a:defRPr sz="2250" b="1">
                <a:solidFill>
                  <a:srgbClr val="D45B2C"/>
                </a:solidFill>
                <a:latin typeface="DejaVu Sans"/>
                <a:ea typeface="DejaVu Sans"/>
                <a:cs typeface="DejaVu Sans"/>
              </a:defRPr>
            </a:pPr>
            <a:r>
              <a:rPr sz="2250" b="1">
                <a:solidFill>
                  <a:srgbClr val="D45B2C"/>
                </a:solidFill>
                <a:latin typeface="DejaVu Sans"/>
                <a:ea typeface="DejaVu Sans"/>
                <a:cs typeface="DejaVu Sans"/>
              </a:rPr>
              <a:t>Mở GitHub và tự kiểm tra file cùng commit mới.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52B37"/>
        </a:solidFill>
      </p:bgPr>
    </p:bg>
    <p:spTree>
      <p:nvGrpSpPr>
        <p:cNvPr id="1" name=""/>
        <p:cNvGrpSpPr/>
        <p:nvPr/>
      </p:nvGrpSpPr>
      <p:grpSpPr bwMode="auto">
        <a:xfrm>
          <a:off x="0" y="0"/>
          <a:ext cx="0" cy="0"/>
          <a:chOff x="0" y="0"/>
          <a:chExt cx="0" cy="0"/>
        </a:xfrm>
      </p:grpSpPr>
      <p:sp>
        <p:nvSpPr>
          <p:cNvPr id="573312447" name="text-141"/>
          <p:cNvSpPr>
            <a:spLocks noGrp="1"/>
          </p:cNvSpPr>
          <p:nvPr/>
        </p:nvSpPr>
        <p:spPr bwMode="auto">
          <a:xfrm>
            <a:off x="609600" y="476250"/>
            <a:ext cx="10906125" cy="1047750"/>
          </a:xfrm>
          <a:prstGeom prst="rect">
            <a:avLst/>
          </a:prstGeom>
          <a:noFill/>
          <a:ln w="0">
            <a:noFill/>
            <a:prstDash val="solid"/>
          </a:ln>
        </p:spPr>
        <p:txBody>
          <a:bodyPr wrap="square" lIns="0" tIns="0" rIns="0" bIns="0">
            <a:noAutofit/>
          </a:bodyPr>
          <a:lstStyle>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Chốt buổi học và BTVN</a:t>
            </a:r>
            <a:endParaRPr/>
          </a:p>
        </p:txBody>
      </p:sp>
      <p:sp>
        <p:nvSpPr>
          <p:cNvPr id="1087947161" name="text-142"/>
          <p:cNvSpPr>
            <a:spLocks noGrp="1"/>
          </p:cNvSpPr>
          <p:nvPr/>
        </p:nvSpPr>
        <p:spPr bwMode="auto">
          <a:xfrm>
            <a:off x="11001375" y="6362700"/>
            <a:ext cx="571500" cy="247650"/>
          </a:xfrm>
          <a:prstGeom prst="rect">
            <a:avLst/>
          </a:prstGeom>
          <a:noFill/>
          <a:ln w="0">
            <a:noFill/>
            <a:prstDash val="solid"/>
          </a:ln>
        </p:spPr>
        <p:txBody>
          <a:bodyPr wrap="square" lIns="0" tIns="0" rIns="0" bIns="0">
            <a:noAutofit/>
          </a:bodyPr>
          <a:lstStyle>
            <a:defPPr>
              <a:defRPr sz="1300" b="0">
                <a:solidFill>
                  <a:srgbClr val="B9CDD4"/>
                </a:solidFill>
                <a:latin typeface="DejaVu Sans"/>
                <a:ea typeface="DejaVu Sans"/>
                <a:cs typeface="DejaVu Sans"/>
              </a:defRPr>
            </a:defPPr>
            <a:lvl1pPr>
              <a:defRPr sz="1300" b="0">
                <a:solidFill>
                  <a:srgbClr val="B9CDD4"/>
                </a:solidFill>
                <a:latin typeface="DejaVu Sans"/>
                <a:ea typeface="DejaVu Sans"/>
                <a:cs typeface="DejaVu Sans"/>
              </a:defRPr>
            </a:lvl1pPr>
            <a:lvl2pPr>
              <a:defRPr sz="1300" b="0">
                <a:solidFill>
                  <a:srgbClr val="B9CDD4"/>
                </a:solidFill>
                <a:latin typeface="DejaVu Sans"/>
                <a:ea typeface="DejaVu Sans"/>
                <a:cs typeface="DejaVu Sans"/>
              </a:defRPr>
            </a:lvl2pPr>
            <a:lvl3pPr>
              <a:defRPr sz="1300" b="0">
                <a:solidFill>
                  <a:srgbClr val="B9CDD4"/>
                </a:solidFill>
                <a:latin typeface="DejaVu Sans"/>
                <a:ea typeface="DejaVu Sans"/>
                <a:cs typeface="DejaVu Sans"/>
              </a:defRPr>
            </a:lvl3pPr>
            <a:lvl4pPr>
              <a:defRPr sz="1300" b="0">
                <a:solidFill>
                  <a:srgbClr val="B9CDD4"/>
                </a:solidFill>
                <a:latin typeface="DejaVu Sans"/>
                <a:ea typeface="DejaVu Sans"/>
                <a:cs typeface="DejaVu Sans"/>
              </a:defRPr>
            </a:lvl4pPr>
            <a:lvl5pPr>
              <a:defRPr sz="1300" b="0">
                <a:solidFill>
                  <a:srgbClr val="B9CDD4"/>
                </a:solidFill>
                <a:latin typeface="DejaVu Sans"/>
                <a:ea typeface="DejaVu Sans"/>
                <a:cs typeface="DejaVu Sans"/>
              </a:defRPr>
            </a:lvl5pPr>
            <a:lvl6pPr>
              <a:defRPr sz="1300" b="0">
                <a:solidFill>
                  <a:srgbClr val="B9CDD4"/>
                </a:solidFill>
                <a:latin typeface="DejaVu Sans"/>
                <a:ea typeface="DejaVu Sans"/>
                <a:cs typeface="DejaVu Sans"/>
              </a:defRPr>
            </a:lvl6pPr>
            <a:lvl7pPr>
              <a:defRPr sz="1300" b="0">
                <a:solidFill>
                  <a:srgbClr val="B9CDD4"/>
                </a:solidFill>
                <a:latin typeface="DejaVu Sans"/>
                <a:ea typeface="DejaVu Sans"/>
                <a:cs typeface="DejaVu Sans"/>
              </a:defRPr>
            </a:lvl7pPr>
            <a:lvl8pPr>
              <a:defRPr sz="1300" b="0">
                <a:solidFill>
                  <a:srgbClr val="B9CDD4"/>
                </a:solidFill>
                <a:latin typeface="DejaVu Sans"/>
                <a:ea typeface="DejaVu Sans"/>
                <a:cs typeface="DejaVu Sans"/>
              </a:defRPr>
            </a:lvl8pPr>
            <a:lvl9pPr>
              <a:defRPr sz="1300" b="0">
                <a:solidFill>
                  <a:srgbClr val="B9CDD4"/>
                </a:solidFill>
                <a:latin typeface="DejaVu Sans"/>
                <a:ea typeface="DejaVu Sans"/>
                <a:cs typeface="DejaVu Sans"/>
              </a:defRPr>
            </a:lvl9pPr>
          </a:lstStyle>
          <a:p>
            <a:pPr>
              <a:defRPr sz="1300" b="0">
                <a:solidFill>
                  <a:srgbClr val="B9CDD4"/>
                </a:solidFill>
                <a:latin typeface="DejaVu Sans"/>
                <a:ea typeface="DejaVu Sans"/>
                <a:cs typeface="DejaVu Sans"/>
              </a:defRPr>
            </a:pPr>
            <a:r>
              <a:rPr sz="1300" b="0">
                <a:solidFill>
                  <a:srgbClr val="B9CDD4"/>
                </a:solidFill>
                <a:latin typeface="DejaVu Sans"/>
                <a:ea typeface="DejaVu Sans"/>
                <a:cs typeface="DejaVu Sans"/>
              </a:rPr>
              <a:t>20</a:t>
            </a:r>
            <a:endParaRPr/>
          </a:p>
        </p:txBody>
      </p:sp>
      <p:sp>
        <p:nvSpPr>
          <p:cNvPr id="259037417" name="text-143"/>
          <p:cNvSpPr>
            <a:spLocks noGrp="1"/>
          </p:cNvSpPr>
          <p:nvPr/>
        </p:nvSpPr>
        <p:spPr bwMode="auto">
          <a:xfrm>
            <a:off x="633412" y="1724024"/>
            <a:ext cx="10858500" cy="2143125"/>
          </a:xfrm>
          <a:prstGeom prst="rect">
            <a:avLst/>
          </a:prstGeom>
          <a:noFill/>
          <a:ln w="0">
            <a:noFill/>
            <a:prstDash val="solid"/>
          </a:ln>
        </p:spPr>
        <p:txBody>
          <a:bodyPr wrap="square" lIns="0" tIns="0" rIns="0" bIns="0">
            <a:noAutofit/>
          </a:bodyPr>
          <a:lstStyle>
            <a:defPPr>
              <a:defRPr sz="2550" b="1">
                <a:solidFill>
                  <a:srgbClr val="FFFFFF"/>
                </a:solidFill>
                <a:latin typeface="DejaVu Sans"/>
                <a:ea typeface="DejaVu Sans"/>
                <a:cs typeface="DejaVu Sans"/>
              </a:defRPr>
            </a:defPPr>
            <a:lvl1pPr>
              <a:defRPr sz="2550" b="1">
                <a:solidFill>
                  <a:srgbClr val="FFFFFF"/>
                </a:solidFill>
                <a:latin typeface="DejaVu Sans"/>
                <a:ea typeface="DejaVu Sans"/>
                <a:cs typeface="DejaVu Sans"/>
              </a:defRPr>
            </a:lvl1pPr>
            <a:lvl2pPr>
              <a:defRPr sz="2550" b="1">
                <a:solidFill>
                  <a:srgbClr val="FFFFFF"/>
                </a:solidFill>
                <a:latin typeface="DejaVu Sans"/>
                <a:ea typeface="DejaVu Sans"/>
                <a:cs typeface="DejaVu Sans"/>
              </a:defRPr>
            </a:lvl2pPr>
            <a:lvl3pPr>
              <a:defRPr sz="2550" b="1">
                <a:solidFill>
                  <a:srgbClr val="FFFFFF"/>
                </a:solidFill>
                <a:latin typeface="DejaVu Sans"/>
                <a:ea typeface="DejaVu Sans"/>
                <a:cs typeface="DejaVu Sans"/>
              </a:defRPr>
            </a:lvl3pPr>
            <a:lvl4pPr>
              <a:defRPr sz="2550" b="1">
                <a:solidFill>
                  <a:srgbClr val="FFFFFF"/>
                </a:solidFill>
                <a:latin typeface="DejaVu Sans"/>
                <a:ea typeface="DejaVu Sans"/>
                <a:cs typeface="DejaVu Sans"/>
              </a:defRPr>
            </a:lvl4pPr>
            <a:lvl5pPr>
              <a:defRPr sz="2550" b="1">
                <a:solidFill>
                  <a:srgbClr val="FFFFFF"/>
                </a:solidFill>
                <a:latin typeface="DejaVu Sans"/>
                <a:ea typeface="DejaVu Sans"/>
                <a:cs typeface="DejaVu Sans"/>
              </a:defRPr>
            </a:lvl5pPr>
            <a:lvl6pPr>
              <a:defRPr sz="2550" b="1">
                <a:solidFill>
                  <a:srgbClr val="FFFFFF"/>
                </a:solidFill>
                <a:latin typeface="DejaVu Sans"/>
                <a:ea typeface="DejaVu Sans"/>
                <a:cs typeface="DejaVu Sans"/>
              </a:defRPr>
            </a:lvl6pPr>
            <a:lvl7pPr>
              <a:defRPr sz="2550" b="1">
                <a:solidFill>
                  <a:srgbClr val="FFFFFF"/>
                </a:solidFill>
                <a:latin typeface="DejaVu Sans"/>
                <a:ea typeface="DejaVu Sans"/>
                <a:cs typeface="DejaVu Sans"/>
              </a:defRPr>
            </a:lvl7pPr>
            <a:lvl8pPr>
              <a:defRPr sz="2550" b="1">
                <a:solidFill>
                  <a:srgbClr val="FFFFFF"/>
                </a:solidFill>
                <a:latin typeface="DejaVu Sans"/>
                <a:ea typeface="DejaVu Sans"/>
                <a:cs typeface="DejaVu Sans"/>
              </a:defRPr>
            </a:lvl8pPr>
            <a:lvl9pPr>
              <a:defRPr sz="2550" b="1">
                <a:solidFill>
                  <a:srgbClr val="FFFFFF"/>
                </a:solidFill>
                <a:latin typeface="DejaVu Sans"/>
                <a:ea typeface="DejaVu Sans"/>
                <a:cs typeface="DejaVu Sans"/>
              </a:defRPr>
            </a:lvl9pPr>
          </a:lstStyle>
          <a:p>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input() trả kiểu gì?</a:t>
            </a:r>
            <a:endParaRPr/>
          </a:p>
          <a:p>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Commit khác push thế nào?</a:t>
            </a:r>
            <a:endParaRPr/>
          </a:p>
          <a:p>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Khi nào dùng init, khi nào dùng clone?</a:t>
            </a:r>
            <a:endParaRPr/>
          </a:p>
        </p:txBody>
      </p:sp>
      <p:sp>
        <p:nvSpPr>
          <p:cNvPr id="263415194" name="text-144"/>
          <p:cNvSpPr>
            <a:spLocks noGrp="1"/>
          </p:cNvSpPr>
          <p:nvPr/>
        </p:nvSpPr>
        <p:spPr bwMode="auto">
          <a:xfrm>
            <a:off x="647700" y="4438650"/>
            <a:ext cx="10858500" cy="952500"/>
          </a:xfrm>
          <a:prstGeom prst="rect">
            <a:avLst/>
          </a:prstGeom>
          <a:noFill/>
          <a:ln w="0">
            <a:noFill/>
            <a:prstDash val="solid"/>
          </a:ln>
        </p:spPr>
        <p:txBody>
          <a:bodyPr wrap="square" lIns="0" tIns="0" rIns="0" bIns="0">
            <a:noAutofit/>
          </a:bodyPr>
          <a:lstStyle>
            <a:defPPr>
              <a:defRPr sz="2200" b="0">
                <a:solidFill>
                  <a:srgbClr val="CFDADF"/>
                </a:solidFill>
                <a:latin typeface="DejaVu Sans"/>
                <a:ea typeface="DejaVu Sans"/>
                <a:cs typeface="DejaVu Sans"/>
              </a:defRPr>
            </a:defPPr>
            <a:lvl1pPr>
              <a:defRPr sz="2200" b="0">
                <a:solidFill>
                  <a:srgbClr val="CFDADF"/>
                </a:solidFill>
                <a:latin typeface="DejaVu Sans"/>
                <a:ea typeface="DejaVu Sans"/>
                <a:cs typeface="DejaVu Sans"/>
              </a:defRPr>
            </a:lvl1pPr>
            <a:lvl2pPr>
              <a:defRPr sz="2200" b="0">
                <a:solidFill>
                  <a:srgbClr val="CFDADF"/>
                </a:solidFill>
                <a:latin typeface="DejaVu Sans"/>
                <a:ea typeface="DejaVu Sans"/>
                <a:cs typeface="DejaVu Sans"/>
              </a:defRPr>
            </a:lvl2pPr>
            <a:lvl3pPr>
              <a:defRPr sz="2200" b="0">
                <a:solidFill>
                  <a:srgbClr val="CFDADF"/>
                </a:solidFill>
                <a:latin typeface="DejaVu Sans"/>
                <a:ea typeface="DejaVu Sans"/>
                <a:cs typeface="DejaVu Sans"/>
              </a:defRPr>
            </a:lvl3pPr>
            <a:lvl4pPr>
              <a:defRPr sz="2200" b="0">
                <a:solidFill>
                  <a:srgbClr val="CFDADF"/>
                </a:solidFill>
                <a:latin typeface="DejaVu Sans"/>
                <a:ea typeface="DejaVu Sans"/>
                <a:cs typeface="DejaVu Sans"/>
              </a:defRPr>
            </a:lvl4pPr>
            <a:lvl5pPr>
              <a:defRPr sz="2200" b="0">
                <a:solidFill>
                  <a:srgbClr val="CFDADF"/>
                </a:solidFill>
                <a:latin typeface="DejaVu Sans"/>
                <a:ea typeface="DejaVu Sans"/>
                <a:cs typeface="DejaVu Sans"/>
              </a:defRPr>
            </a:lvl5pPr>
            <a:lvl6pPr>
              <a:defRPr sz="2200" b="0">
                <a:solidFill>
                  <a:srgbClr val="CFDADF"/>
                </a:solidFill>
                <a:latin typeface="DejaVu Sans"/>
                <a:ea typeface="DejaVu Sans"/>
                <a:cs typeface="DejaVu Sans"/>
              </a:defRPr>
            </a:lvl6pPr>
            <a:lvl7pPr>
              <a:defRPr sz="2200" b="0">
                <a:solidFill>
                  <a:srgbClr val="CFDADF"/>
                </a:solidFill>
                <a:latin typeface="DejaVu Sans"/>
                <a:ea typeface="DejaVu Sans"/>
                <a:cs typeface="DejaVu Sans"/>
              </a:defRPr>
            </a:lvl7pPr>
            <a:lvl8pPr>
              <a:defRPr sz="2200" b="0">
                <a:solidFill>
                  <a:srgbClr val="CFDADF"/>
                </a:solidFill>
                <a:latin typeface="DejaVu Sans"/>
                <a:ea typeface="DejaVu Sans"/>
                <a:cs typeface="DejaVu Sans"/>
              </a:defRPr>
            </a:lvl8pPr>
            <a:lvl9pPr>
              <a:defRPr sz="2200" b="0">
                <a:solidFill>
                  <a:srgbClr val="CFDADF"/>
                </a:solidFill>
                <a:latin typeface="DejaVu Sans"/>
                <a:ea typeface="DejaVu Sans"/>
                <a:cs typeface="DejaVu Sans"/>
              </a:defRPr>
            </a:lvl9pPr>
          </a:lstStyle>
          <a:p>
            <a:pPr>
              <a:defRPr sz="2200" b="0">
                <a:solidFill>
                  <a:srgbClr val="CFDADF"/>
                </a:solidFill>
                <a:latin typeface="DejaVu Sans"/>
                <a:ea typeface="DejaVu Sans"/>
                <a:cs typeface="DejaVu Sans"/>
              </a:defRPr>
            </a:pPr>
            <a:r>
              <a:rPr sz="2200" b="0">
                <a:solidFill>
                  <a:srgbClr val="CFDADF"/>
                </a:solidFill>
                <a:latin typeface="DejaVu Sans"/>
                <a:ea typeface="DejaVu Sans"/>
                <a:cs typeface="DejaVu Sans"/>
              </a:rPr>
              <a:t>BTVN: notebook buổi 01</a:t>
            </a:r>
            <a:endParaRPr/>
          </a:p>
          <a:p>
            <a:pPr>
              <a:defRPr sz="2200" b="0">
                <a:solidFill>
                  <a:srgbClr val="CFDADF"/>
                </a:solidFill>
                <a:latin typeface="DejaVu Sans"/>
                <a:ea typeface="DejaVu Sans"/>
                <a:cs typeface="DejaVu Sans"/>
              </a:defRPr>
            </a:pPr>
            <a:r>
              <a:rPr sz="2200" b="0">
                <a:solidFill>
                  <a:srgbClr val="CFDADF"/>
                </a:solidFill>
                <a:latin typeface="DejaVu Sans"/>
                <a:ea typeface="DejaVu Sans"/>
                <a:cs typeface="DejaVu Sans"/>
              </a:rPr>
              <a:t>Nộp vào thư mục buoi_01 trên GitHub</a:t>
            </a:r>
            <a:endParaRPr/>
          </a:p>
        </p:txBody>
      </p:sp>
      <p:sp>
        <p:nvSpPr>
          <p:cNvPr id="1520165380" name="text-145"/>
          <p:cNvSpPr>
            <a:spLocks noGrp="1"/>
          </p:cNvSpPr>
          <p:nvPr/>
        </p:nvSpPr>
        <p:spPr bwMode="auto">
          <a:xfrm>
            <a:off x="647700" y="5857875"/>
            <a:ext cx="10477500" cy="400050"/>
          </a:xfrm>
          <a:prstGeom prst="rect">
            <a:avLst/>
          </a:prstGeom>
          <a:noFill/>
          <a:ln w="0">
            <a:noFill/>
            <a:prstDash val="solid"/>
          </a:ln>
        </p:spPr>
        <p:txBody>
          <a:bodyPr wrap="square" lIns="0" tIns="0" rIns="0" bIns="0">
            <a:noAutofit/>
          </a:bodyPr>
          <a:lstStyle>
            <a:defPPr>
              <a:defRPr sz="1950" b="1">
                <a:solidFill>
                  <a:srgbClr val="FFD24A"/>
                </a:solidFill>
                <a:latin typeface="DejaVu Sans"/>
                <a:ea typeface="DejaVu Sans"/>
                <a:cs typeface="DejaVu Sans"/>
              </a:defRPr>
            </a:defPPr>
            <a:lvl1pPr>
              <a:defRPr sz="1950" b="1">
                <a:solidFill>
                  <a:srgbClr val="FFD24A"/>
                </a:solidFill>
                <a:latin typeface="DejaVu Sans"/>
                <a:ea typeface="DejaVu Sans"/>
                <a:cs typeface="DejaVu Sans"/>
              </a:defRPr>
            </a:lvl1pPr>
            <a:lvl2pPr>
              <a:defRPr sz="1950" b="1">
                <a:solidFill>
                  <a:srgbClr val="FFD24A"/>
                </a:solidFill>
                <a:latin typeface="DejaVu Sans"/>
                <a:ea typeface="DejaVu Sans"/>
                <a:cs typeface="DejaVu Sans"/>
              </a:defRPr>
            </a:lvl2pPr>
            <a:lvl3pPr>
              <a:defRPr sz="1950" b="1">
                <a:solidFill>
                  <a:srgbClr val="FFD24A"/>
                </a:solidFill>
                <a:latin typeface="DejaVu Sans"/>
                <a:ea typeface="DejaVu Sans"/>
                <a:cs typeface="DejaVu Sans"/>
              </a:defRPr>
            </a:lvl3pPr>
            <a:lvl4pPr>
              <a:defRPr sz="1950" b="1">
                <a:solidFill>
                  <a:srgbClr val="FFD24A"/>
                </a:solidFill>
                <a:latin typeface="DejaVu Sans"/>
                <a:ea typeface="DejaVu Sans"/>
                <a:cs typeface="DejaVu Sans"/>
              </a:defRPr>
            </a:lvl4pPr>
            <a:lvl5pPr>
              <a:defRPr sz="1950" b="1">
                <a:solidFill>
                  <a:srgbClr val="FFD24A"/>
                </a:solidFill>
                <a:latin typeface="DejaVu Sans"/>
                <a:ea typeface="DejaVu Sans"/>
                <a:cs typeface="DejaVu Sans"/>
              </a:defRPr>
            </a:lvl5pPr>
            <a:lvl6pPr>
              <a:defRPr sz="1950" b="1">
                <a:solidFill>
                  <a:srgbClr val="FFD24A"/>
                </a:solidFill>
                <a:latin typeface="DejaVu Sans"/>
                <a:ea typeface="DejaVu Sans"/>
                <a:cs typeface="DejaVu Sans"/>
              </a:defRPr>
            </a:lvl6pPr>
            <a:lvl7pPr>
              <a:defRPr sz="1950" b="1">
                <a:solidFill>
                  <a:srgbClr val="FFD24A"/>
                </a:solidFill>
                <a:latin typeface="DejaVu Sans"/>
                <a:ea typeface="DejaVu Sans"/>
                <a:cs typeface="DejaVu Sans"/>
              </a:defRPr>
            </a:lvl7pPr>
            <a:lvl8pPr>
              <a:defRPr sz="1950" b="1">
                <a:solidFill>
                  <a:srgbClr val="FFD24A"/>
                </a:solidFill>
                <a:latin typeface="DejaVu Sans"/>
                <a:ea typeface="DejaVu Sans"/>
                <a:cs typeface="DejaVu Sans"/>
              </a:defRPr>
            </a:lvl8pPr>
            <a:lvl9pPr>
              <a:defRPr sz="1950" b="1">
                <a:solidFill>
                  <a:srgbClr val="FFD24A"/>
                </a:solidFill>
                <a:latin typeface="DejaVu Sans"/>
                <a:ea typeface="DejaVu Sans"/>
                <a:cs typeface="DejaVu Sans"/>
              </a:defRPr>
            </a:lvl9pPr>
          </a:lstStyle>
          <a:p>
            <a:pPr>
              <a:defRPr sz="1950" b="1">
                <a:solidFill>
                  <a:srgbClr val="FFD24A"/>
                </a:solidFill>
                <a:latin typeface="DejaVu Sans"/>
                <a:ea typeface="DejaVu Sans"/>
                <a:cs typeface="DejaVu Sans"/>
              </a:defRPr>
            </a:pPr>
            <a:r>
              <a:rPr sz="1950" b="1" u="sng">
                <a:solidFill>
                  <a:srgbClr val="FFD24A"/>
                </a:solidFill>
                <a:latin typeface="DejaVu Sans"/>
                <a:ea typeface="DejaVu Sans"/>
                <a:cs typeface="DejaVu Sans"/>
                <a:hlinkClick r:id="rId3" tooltip=""/>
              </a:rPr>
              <a:t>Giáo án và notebook BTVN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20</Slides>
  <Notes>20</Notes>
  <HiddenSlides>0</HiddenSlides>
  <MMClips>2</MMClips>
  <ScaleCrop>0</ScaleCrop>
  <HeadingPairs>
    <vt:vector size="4" baseType="variant">
      <vt:variant>
        <vt:lpstr>Theme</vt:lpstr>
      </vt:variant>
      <vt:variant>
        <vt:i4>1</vt:i4>
      </vt:variant>
      <vt:variant>
        <vt:lpstr>Slide Titles</vt:lpstr>
      </vt:variant>
      <vt:variant>
        <vt:i4>20</vt:i4>
      </vt:variant>
    </vt:vector>
  </HeadingPairs>
  <TitlesOfParts>
    <vt:vector size="2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dcterms:modified xsi:type="dcterms:W3CDTF">2026-10-19T14:18:22Z</dcterms:modified>
</cp:coreProperties>
</file>